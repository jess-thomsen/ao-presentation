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</p:sldMasterIdLst>
  <p:notesMasterIdLst>
    <p:notesMasterId r:id="rId5"/>
  </p:notesMasterIdLst>
  <p:sldIdLst>
    <p:sldId id="256" r:id="rId6"/>
    <p:sldId id="259" r:id="rId9"/>
    <p:sldId id="260" r:id="rId10"/>
    <p:sldId id="262" r:id="rId12"/>
    <p:sldId id="263" r:id="rId13"/>
    <p:sldId id="270" r:id="rId20"/>
    <p:sldId id="271" r:id="rId21"/>
    <p:sldId id="267" r:id="rId17"/>
    <p:sldId id="268" r:id="rId18"/>
    <p:sldId id="272" r:id="rId22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Open Sans Medium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4" Type="http://schemas.openxmlformats.org/officeDocument/2006/relationships/font" Target="fonts/Roboto-regular.fntdata"/><Relationship Id="rId25" Type="http://schemas.openxmlformats.org/officeDocument/2006/relationships/font" Target="fonts/Roboto-bold.fntdata"/><Relationship Id="rId26" Type="http://schemas.openxmlformats.org/officeDocument/2006/relationships/font" Target="fonts/Roboto-italic.fntdata"/><Relationship Id="rId27" Type="http://schemas.openxmlformats.org/officeDocument/2006/relationships/font" Target="fonts/Roboto-boldItalic.fntdata"/><Relationship Id="rId28" Type="http://schemas.openxmlformats.org/officeDocument/2006/relationships/font" Target="fonts/OpenSansMedium-regular.fntdata"/><Relationship Id="rId29" Type="http://schemas.openxmlformats.org/officeDocument/2006/relationships/font" Target="fonts/OpenSansMedium-bold.fntdata"/><Relationship Id="rId30" Type="http://schemas.openxmlformats.org/officeDocument/2006/relationships/font" Target="fonts/OpenSansMedium-italic.fntdata"/><Relationship Id="rId31" Type="http://schemas.openxmlformats.org/officeDocument/2006/relationships/font" Target="fonts/OpenSansMedium-boldItalic.fntdata"/><Relationship Id="rId32" Type="http://schemas.openxmlformats.org/officeDocument/2006/relationships/font" Target="fonts/OpenSans-regular.fntdata"/><Relationship Id="rId33" Type="http://schemas.openxmlformats.org/officeDocument/2006/relationships/font" Target="fonts/OpenSans-bold.fntdata"/><Relationship Id="rId34" Type="http://schemas.openxmlformats.org/officeDocument/2006/relationships/font" Target="fonts/OpenSans-italic.fntdata"/><Relationship Id="rId35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dd81380f99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dd81380f99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dd81380f99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dd81380f99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dd81380f99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dd81380f99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dd81380f99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dd81380f99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dd81380f99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dd81380f99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d81380f99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dd81380f99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dd81380f99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dd81380f99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dd81380f99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dd81380f99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dd81380f99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dd81380f99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Relationship Id="rId9" Type="http://schemas.openxmlformats.org/officeDocument/2006/relationships/image" Target="../media/image14.pn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Front page" showMasterSp="0">
  <p:cSld name="1_Title Slid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0"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" name="Google Shape;28;p2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Front page" showMasterSp="0">
  <p:cSld name="1_Title Slide_1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0" sz="3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1" name="Google Shape;31;p3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32" name="Google Shape;32;p3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" name="Google Shape;48;p3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Front page" showMasterSp="0">
  <p:cSld name="1_Title Slide_1_1">
    <p:bg>
      <p:bgPr>
        <a:solidFill>
          <a:schemeClr val="accen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2" name="Google Shape;52;p4"/>
          <p:cNvGrpSpPr/>
          <p:nvPr/>
        </p:nvGrpSpPr>
        <p:grpSpPr>
          <a:xfrm>
            <a:off x="602455" y="600075"/>
            <a:ext cx="1271291" cy="286819"/>
            <a:chOff x="1204910" y="1200150"/>
            <a:chExt cx="2542583" cy="573639"/>
          </a:xfrm>
        </p:grpSpPr>
        <p:grpSp>
          <p:nvGrpSpPr>
            <p:cNvPr id="53" name="Google Shape;53;p4"/>
            <p:cNvGrpSpPr/>
            <p:nvPr/>
          </p:nvGrpSpPr>
          <p:grpSpPr>
            <a:xfrm>
              <a:off x="1204909" y="1200150"/>
              <a:ext cx="571909" cy="573639"/>
              <a:chOff x="803273" y="1403982"/>
              <a:chExt cx="381273" cy="382426"/>
            </a:xfrm>
          </p:grpSpPr>
          <p:sp>
            <p:nvSpPr>
              <p:cNvPr id="54" name="Google Shape;54;p4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p4"/>
            <p:cNvGrpSpPr/>
            <p:nvPr/>
          </p:nvGrpSpPr>
          <p:grpSpPr>
            <a:xfrm>
              <a:off x="1831491" y="1341848"/>
              <a:ext cx="1916001" cy="295296"/>
              <a:chOff x="1220994" y="1498447"/>
              <a:chExt cx="1277334" cy="196864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" name="Google Shape;68;p4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Front page bigger photo" showMasterSp="0">
  <p:cSld name="1_Title Slid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-75287" y="-47462"/>
            <a:ext cx="3945000" cy="46980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5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0" sz="3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73" name="Google Shape;73;p5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74" name="Google Shape;74;p5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75" name="Google Shape;75;p5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5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59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Front page bigger photo" showMasterSp="0">
  <p:cSld name="1_Title Slide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-75287" y="-47462"/>
            <a:ext cx="3945000" cy="46980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6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0" sz="3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6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93" name="Google Shape;93;p6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94" name="Google Shape;94;p6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95" name="Google Shape;95;p6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6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99" name="Google Shape;99;p6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59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Front page bigger photo" showMasterSp="0">
  <p:cSld name="1_Title Slide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75287" y="-47462"/>
            <a:ext cx="3945000" cy="46980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7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13" name="Google Shape;113;p7"/>
          <p:cNvGrpSpPr/>
          <p:nvPr/>
        </p:nvGrpSpPr>
        <p:grpSpPr>
          <a:xfrm>
            <a:off x="602455" y="600075"/>
            <a:ext cx="1271291" cy="286819"/>
            <a:chOff x="1204910" y="1200150"/>
            <a:chExt cx="2542583" cy="573639"/>
          </a:xfrm>
        </p:grpSpPr>
        <p:grpSp>
          <p:nvGrpSpPr>
            <p:cNvPr id="114" name="Google Shape;114;p7"/>
            <p:cNvGrpSpPr/>
            <p:nvPr/>
          </p:nvGrpSpPr>
          <p:grpSpPr>
            <a:xfrm>
              <a:off x="1204909" y="1200150"/>
              <a:ext cx="571909" cy="573639"/>
              <a:chOff x="803273" y="1403982"/>
              <a:chExt cx="381273" cy="382426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7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7"/>
            <p:cNvGrpSpPr/>
            <p:nvPr/>
          </p:nvGrpSpPr>
          <p:grpSpPr>
            <a:xfrm>
              <a:off x="1831491" y="1341848"/>
              <a:ext cx="1916001" cy="295296"/>
              <a:chOff x="1220994" y="1498447"/>
              <a:chExt cx="1277334" cy="196864"/>
            </a:xfrm>
          </p:grpSpPr>
          <p:sp>
            <p:nvSpPr>
              <p:cNvPr id="119" name="Google Shape;119;p7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7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7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59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Agenda with splash">
  <p:cSld name="CUSTOM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8" title="Artboard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79509" y="1"/>
            <a:ext cx="3869525" cy="3860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606988" y="1600200"/>
            <a:ext cx="3686100" cy="29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33" name="Google Shape;133;p8"/>
          <p:cNvSpPr txBox="1"/>
          <p:nvPr>
            <p:ph idx="2" type="body"/>
          </p:nvPr>
        </p:nvSpPr>
        <p:spPr>
          <a:xfrm>
            <a:off x="4874313" y="1600200"/>
            <a:ext cx="3686100" cy="29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Agenda with photo">
  <p:cSld name="CUSTOM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602463" y="604275"/>
            <a:ext cx="3643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606988" y="1600200"/>
            <a:ext cx="3686100" cy="29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37" name="Google Shape;137;p9"/>
          <p:cNvSpPr/>
          <p:nvPr>
            <p:ph idx="2" type="pic"/>
          </p:nvPr>
        </p:nvSpPr>
        <p:spPr>
          <a:xfrm>
            <a:off x="4625575" y="-80200"/>
            <a:ext cx="4608000" cy="52239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rotWithShape="0" algn="bl">
              <a:srgbClr val="000000">
                <a:alpha val="0"/>
              </a:srgbClr>
            </a:outerShdw>
            <a:reflection blurRad="0" dir="0" dist="0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Agenda with splash">
  <p:cSld name="CUSTOM_1"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0" title="agenda splash blue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4475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0"/>
          <p:cNvSpPr txBox="1"/>
          <p:nvPr>
            <p:ph idx="1" type="subTitle"/>
          </p:nvPr>
        </p:nvSpPr>
        <p:spPr>
          <a:xfrm>
            <a:off x="602475" y="1608663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2" name="Google Shape;142;p10"/>
          <p:cNvSpPr txBox="1"/>
          <p:nvPr>
            <p:ph idx="2" type="subTitle"/>
          </p:nvPr>
        </p:nvSpPr>
        <p:spPr>
          <a:xfrm>
            <a:off x="1270000" y="1598088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3" name="Google Shape;143;p10"/>
          <p:cNvSpPr txBox="1"/>
          <p:nvPr>
            <p:ph idx="3" type="subTitle"/>
          </p:nvPr>
        </p:nvSpPr>
        <p:spPr>
          <a:xfrm>
            <a:off x="602475" y="2164283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4" name="Google Shape;144;p10"/>
          <p:cNvSpPr txBox="1"/>
          <p:nvPr>
            <p:ph idx="4" type="subTitle"/>
          </p:nvPr>
        </p:nvSpPr>
        <p:spPr>
          <a:xfrm>
            <a:off x="1270000" y="2153708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5" name="Google Shape;145;p10"/>
          <p:cNvSpPr txBox="1"/>
          <p:nvPr>
            <p:ph idx="5" type="subTitle"/>
          </p:nvPr>
        </p:nvSpPr>
        <p:spPr>
          <a:xfrm>
            <a:off x="602475" y="2661200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6" name="Google Shape;146;p10"/>
          <p:cNvSpPr txBox="1"/>
          <p:nvPr>
            <p:ph idx="6" type="subTitle"/>
          </p:nvPr>
        </p:nvSpPr>
        <p:spPr>
          <a:xfrm>
            <a:off x="1270000" y="2650625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7" name="Google Shape;147;p10"/>
          <p:cNvSpPr txBox="1"/>
          <p:nvPr>
            <p:ph idx="7" type="subTitle"/>
          </p:nvPr>
        </p:nvSpPr>
        <p:spPr>
          <a:xfrm>
            <a:off x="602475" y="3216821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8" name="Google Shape;148;p10"/>
          <p:cNvSpPr txBox="1"/>
          <p:nvPr>
            <p:ph idx="8" type="subTitle"/>
          </p:nvPr>
        </p:nvSpPr>
        <p:spPr>
          <a:xfrm>
            <a:off x="1270000" y="3206246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9" name="Google Shape;149;p10"/>
          <p:cNvSpPr txBox="1"/>
          <p:nvPr>
            <p:ph idx="9" type="subTitle"/>
          </p:nvPr>
        </p:nvSpPr>
        <p:spPr>
          <a:xfrm>
            <a:off x="602475" y="3713738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50" name="Google Shape;150;p10"/>
          <p:cNvSpPr txBox="1"/>
          <p:nvPr>
            <p:ph idx="13" type="subTitle"/>
          </p:nvPr>
        </p:nvSpPr>
        <p:spPr>
          <a:xfrm>
            <a:off x="1270000" y="3703163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Section title image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1"/>
          <p:cNvSpPr txBox="1"/>
          <p:nvPr>
            <p:ph type="title"/>
          </p:nvPr>
        </p:nvSpPr>
        <p:spPr>
          <a:xfrm>
            <a:off x="-933450" y="-4762"/>
            <a:ext cx="4527900" cy="5148300"/>
          </a:xfrm>
          <a:prstGeom prst="rect">
            <a:avLst/>
          </a:prstGeom>
          <a:gradFill>
            <a:gsLst>
              <a:gs pos="0">
                <a:srgbClr val="444266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</p:spPr>
        <p:txBody>
          <a:bodyPr anchorCtr="0" anchor="t" bIns="142875" lIns="1524000" spcFirstLastPara="1" rIns="0" wrap="square" tIns="6191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11"/>
          <p:cNvSpPr txBox="1"/>
          <p:nvPr>
            <p:ph idx="1" type="subTitle"/>
          </p:nvPr>
        </p:nvSpPr>
        <p:spPr>
          <a:xfrm>
            <a:off x="611988" y="2962658"/>
            <a:ext cx="26730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5962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 title="Splash ora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5962" y="4773227"/>
            <a:ext cx="193738" cy="194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Section title orange">
  <p:cSld name="CUSTOM_3_1_1">
    <p:bg>
      <p:bgPr>
        <a:solidFill>
          <a:schemeClr val="accent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>
            <a:off x="602475" y="600075"/>
            <a:ext cx="3267300" cy="34029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12"/>
          <p:cNvSpPr/>
          <p:nvPr>
            <p:ph idx="2" type="pic"/>
          </p:nvPr>
        </p:nvSpPr>
        <p:spPr>
          <a:xfrm>
            <a:off x="3275425" y="1140625"/>
            <a:ext cx="5266200" cy="34029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160" name="Google Shape;160;p12"/>
          <p:cNvSpPr txBox="1"/>
          <p:nvPr>
            <p:ph type="title"/>
          </p:nvPr>
        </p:nvSpPr>
        <p:spPr>
          <a:xfrm>
            <a:off x="898925" y="1600200"/>
            <a:ext cx="2133600" cy="20670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1" name="Google Shape;161;p12"/>
          <p:cNvSpPr txBox="1"/>
          <p:nvPr>
            <p:ph idx="1" type="subTitle"/>
          </p:nvPr>
        </p:nvSpPr>
        <p:spPr>
          <a:xfrm>
            <a:off x="898925" y="840713"/>
            <a:ext cx="22026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Section title blue">
  <p:cSld name="CUSTOM_3_1_1_2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602475" y="600075"/>
            <a:ext cx="3267300" cy="34029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13"/>
          <p:cNvSpPr/>
          <p:nvPr>
            <p:ph idx="2" type="pic"/>
          </p:nvPr>
        </p:nvSpPr>
        <p:spPr>
          <a:xfrm>
            <a:off x="3275425" y="1140625"/>
            <a:ext cx="5266200" cy="34029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165" name="Google Shape;165;p13"/>
          <p:cNvSpPr txBox="1"/>
          <p:nvPr>
            <p:ph type="title"/>
          </p:nvPr>
        </p:nvSpPr>
        <p:spPr>
          <a:xfrm>
            <a:off x="898925" y="1600200"/>
            <a:ext cx="2133600" cy="20670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1" type="subTitle"/>
          </p:nvPr>
        </p:nvSpPr>
        <p:spPr>
          <a:xfrm>
            <a:off x="898925" y="840713"/>
            <a:ext cx="22026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Section title orange">
  <p:cSld name="CUSTOM_3_1_1_1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41543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Section title blue">
  <p:cSld name="CUSTOM_3_1_1_1_1">
    <p:bg>
      <p:bgPr>
        <a:solidFill>
          <a:schemeClr val="lt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Title + body text">
  <p:cSld name="CUSTOM_4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602475" y="1600200"/>
            <a:ext cx="7939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Title + body text 2">
  <p:cSld name="CUSTOM_4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602475" y="1600200"/>
            <a:ext cx="3686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2" type="body"/>
          </p:nvPr>
        </p:nvSpPr>
        <p:spPr>
          <a:xfrm>
            <a:off x="4855450" y="1600200"/>
            <a:ext cx="3686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Title + body text 3">
  <p:cSld name="CUSTOM_4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602475" y="1600200"/>
            <a:ext cx="25920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idx="2" type="body"/>
          </p:nvPr>
        </p:nvSpPr>
        <p:spPr>
          <a:xfrm>
            <a:off x="3275850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83" name="Google Shape;183;p18"/>
          <p:cNvSpPr txBox="1"/>
          <p:nvPr>
            <p:ph idx="3" type="body"/>
          </p:nvPr>
        </p:nvSpPr>
        <p:spPr>
          <a:xfrm>
            <a:off x="5949525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Title + body blue 1">
  <p:cSld name="CUSTOM_4_1_1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602475" y="1600200"/>
            <a:ext cx="7939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Title + body blue 2">
  <p:cSld name="CUSTOM_4_1_1_1_2"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602475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2" type="body"/>
          </p:nvPr>
        </p:nvSpPr>
        <p:spPr>
          <a:xfrm>
            <a:off x="4855300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Title + body blue 3">
  <p:cSld name="CUSTOM_4_1_1_1_1"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602475" y="1600200"/>
            <a:ext cx="25920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2" type="body"/>
          </p:nvPr>
        </p:nvSpPr>
        <p:spPr>
          <a:xfrm>
            <a:off x="3275850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3" type="body"/>
          </p:nvPr>
        </p:nvSpPr>
        <p:spPr>
          <a:xfrm>
            <a:off x="5949525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Title + body orange 1">
  <p:cSld name="CUSTOM_4_1_1_1_3">
    <p:bg>
      <p:bgPr>
        <a:solidFill>
          <a:schemeClr val="accent3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602475" y="1600200"/>
            <a:ext cx="7939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Title + body orange 2">
  <p:cSld name="CUSTOM_4_1_1_1_2_1">
    <p:bg>
      <p:bgPr>
        <a:solidFill>
          <a:schemeClr val="accent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602475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2" type="body"/>
          </p:nvPr>
        </p:nvSpPr>
        <p:spPr>
          <a:xfrm>
            <a:off x="4855300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Title + body orange 3">
  <p:cSld name="CUSTOM_4_1_1_1_1_1">
    <p:bg>
      <p:bgPr>
        <a:solidFill>
          <a:schemeClr val="accent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602475" y="1600200"/>
            <a:ext cx="25920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206" name="Google Shape;206;p24"/>
          <p:cNvSpPr txBox="1"/>
          <p:nvPr>
            <p:ph idx="2" type="body"/>
          </p:nvPr>
        </p:nvSpPr>
        <p:spPr>
          <a:xfrm>
            <a:off x="3275850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207" name="Google Shape;207;p24"/>
          <p:cNvSpPr txBox="1"/>
          <p:nvPr>
            <p:ph idx="3" type="body"/>
          </p:nvPr>
        </p:nvSpPr>
        <p:spPr>
          <a:xfrm>
            <a:off x="5949525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Title, body text + photo right">
  <p:cSld name="CUSTOM_5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602459" y="604275"/>
            <a:ext cx="29241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602456" y="1600200"/>
            <a:ext cx="2582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1" name="Google Shape;211;p25"/>
          <p:cNvSpPr/>
          <p:nvPr>
            <p:ph idx="2" type="pic"/>
          </p:nvPr>
        </p:nvSpPr>
        <p:spPr>
          <a:xfrm>
            <a:off x="3950500" y="-80200"/>
            <a:ext cx="5283000" cy="46236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Title, body text + photo left">
  <p:cSld name="CUSTOM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5617446" y="604275"/>
            <a:ext cx="29241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5627313" y="1600200"/>
            <a:ext cx="2582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5" name="Google Shape;215;p26"/>
          <p:cNvSpPr/>
          <p:nvPr>
            <p:ph idx="2" type="pic"/>
          </p:nvPr>
        </p:nvSpPr>
        <p:spPr>
          <a:xfrm>
            <a:off x="-76764" y="-80200"/>
            <a:ext cx="5283000" cy="46236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 Title, two body text + photo right">
  <p:cSld name="CUSTOM_5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3950500" y="604275"/>
            <a:ext cx="4591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3950862" y="1600200"/>
            <a:ext cx="19338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9" name="Google Shape;219;p27"/>
          <p:cNvSpPr/>
          <p:nvPr>
            <p:ph idx="2" type="pic"/>
          </p:nvPr>
        </p:nvSpPr>
        <p:spPr>
          <a:xfrm>
            <a:off x="618725" y="600075"/>
            <a:ext cx="2592000" cy="39432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220" name="Google Shape;220;p27"/>
          <p:cNvSpPr txBox="1"/>
          <p:nvPr>
            <p:ph idx="3" type="body"/>
          </p:nvPr>
        </p:nvSpPr>
        <p:spPr>
          <a:xfrm>
            <a:off x="6269479" y="1600200"/>
            <a:ext cx="19338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 Title, two body text + photo left">
  <p:cSld name="CUSTOM_5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602475" y="604275"/>
            <a:ext cx="4591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602456" y="1600200"/>
            <a:ext cx="19338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24" name="Google Shape;224;p28"/>
          <p:cNvSpPr/>
          <p:nvPr>
            <p:ph idx="2" type="pic"/>
          </p:nvPr>
        </p:nvSpPr>
        <p:spPr>
          <a:xfrm>
            <a:off x="5949575" y="600075"/>
            <a:ext cx="2592000" cy="39432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225" name="Google Shape;225;p28"/>
          <p:cNvSpPr txBox="1"/>
          <p:nvPr>
            <p:ph idx="3" type="body"/>
          </p:nvPr>
        </p:nvSpPr>
        <p:spPr>
          <a:xfrm>
            <a:off x="2938815" y="1600200"/>
            <a:ext cx="19335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 Big photo">
  <p:cSld name="CUSTOM_6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>
            <p:ph idx="2" type="pic"/>
          </p:nvPr>
        </p:nvSpPr>
        <p:spPr>
          <a:xfrm>
            <a:off x="602475" y="600075"/>
            <a:ext cx="7939200" cy="39432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rotWithShape="0" algn="bl">
              <a:srgbClr val="000000">
                <a:alpha val="0"/>
              </a:srgbClr>
            </a:outerShdw>
            <a:reflection blurRad="0" dir="0" dist="0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 Titel + body + highlights orange">
  <p:cSld name="CUSTOM_7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602463" y="604275"/>
            <a:ext cx="5266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30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0"/>
          <p:cNvSpPr txBox="1"/>
          <p:nvPr>
            <p:ph idx="1" type="subTitle"/>
          </p:nvPr>
        </p:nvSpPr>
        <p:spPr>
          <a:xfrm>
            <a:off x="602456" y="1600200"/>
            <a:ext cx="39165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2" type="body"/>
          </p:nvPr>
        </p:nvSpPr>
        <p:spPr>
          <a:xfrm>
            <a:off x="602456" y="1905000"/>
            <a:ext cx="39165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33" name="Google Shape;233;p30"/>
          <p:cNvSpPr txBox="1"/>
          <p:nvPr>
            <p:ph idx="3" type="subTitle"/>
          </p:nvPr>
        </p:nvSpPr>
        <p:spPr>
          <a:xfrm>
            <a:off x="6516363" y="694373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4" type="subTitle"/>
          </p:nvPr>
        </p:nvSpPr>
        <p:spPr>
          <a:xfrm>
            <a:off x="6516363" y="853040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5" name="Google Shape;235;p30"/>
          <p:cNvSpPr txBox="1"/>
          <p:nvPr>
            <p:ph idx="5" type="subTitle"/>
          </p:nvPr>
        </p:nvSpPr>
        <p:spPr>
          <a:xfrm>
            <a:off x="6516363" y="1846260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30"/>
          <p:cNvSpPr txBox="1"/>
          <p:nvPr>
            <p:ph idx="6" type="subTitle"/>
          </p:nvPr>
        </p:nvSpPr>
        <p:spPr>
          <a:xfrm>
            <a:off x="6516363" y="2004928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30"/>
          <p:cNvSpPr txBox="1"/>
          <p:nvPr>
            <p:ph idx="7" type="subTitle"/>
          </p:nvPr>
        </p:nvSpPr>
        <p:spPr>
          <a:xfrm>
            <a:off x="6516363" y="3112298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30"/>
          <p:cNvSpPr txBox="1"/>
          <p:nvPr>
            <p:ph idx="8" type="subTitle"/>
          </p:nvPr>
        </p:nvSpPr>
        <p:spPr>
          <a:xfrm>
            <a:off x="6516363" y="3270965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 Titel + body + highlights blue">
  <p:cSld name="CUSTOM_7_3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602463" y="604275"/>
            <a:ext cx="5266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602456" y="1600200"/>
            <a:ext cx="39165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43" name="Google Shape;243;p31"/>
          <p:cNvSpPr txBox="1"/>
          <p:nvPr>
            <p:ph idx="2" type="body"/>
          </p:nvPr>
        </p:nvSpPr>
        <p:spPr>
          <a:xfrm>
            <a:off x="602456" y="1905000"/>
            <a:ext cx="39165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3" type="subTitle"/>
          </p:nvPr>
        </p:nvSpPr>
        <p:spPr>
          <a:xfrm>
            <a:off x="6516363" y="694373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4" type="subTitle"/>
          </p:nvPr>
        </p:nvSpPr>
        <p:spPr>
          <a:xfrm>
            <a:off x="6516363" y="853040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5" type="subTitle"/>
          </p:nvPr>
        </p:nvSpPr>
        <p:spPr>
          <a:xfrm>
            <a:off x="6516363" y="1846260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6" type="subTitle"/>
          </p:nvPr>
        </p:nvSpPr>
        <p:spPr>
          <a:xfrm>
            <a:off x="6516363" y="2004928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31"/>
          <p:cNvSpPr txBox="1"/>
          <p:nvPr>
            <p:ph idx="7" type="subTitle"/>
          </p:nvPr>
        </p:nvSpPr>
        <p:spPr>
          <a:xfrm>
            <a:off x="6516363" y="3112298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31"/>
          <p:cNvSpPr txBox="1"/>
          <p:nvPr>
            <p:ph idx="8" type="subTitle"/>
          </p:nvPr>
        </p:nvSpPr>
        <p:spPr>
          <a:xfrm>
            <a:off x="6516363" y="3270965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 Titel + body + 4 highlight boxes">
  <p:cSld name="CUSTOM_7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602463" y="604275"/>
            <a:ext cx="36387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32"/>
          <p:cNvSpPr/>
          <p:nvPr/>
        </p:nvSpPr>
        <p:spPr>
          <a:xfrm>
            <a:off x="4849975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602456" y="1600200"/>
            <a:ext cx="39165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602456" y="1905000"/>
            <a:ext cx="39165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55" name="Google Shape;255;p32"/>
          <p:cNvSpPr/>
          <p:nvPr/>
        </p:nvSpPr>
        <p:spPr>
          <a:xfrm>
            <a:off x="6716463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4849975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6716463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32"/>
          <p:cNvSpPr txBox="1"/>
          <p:nvPr>
            <p:ph idx="3" type="subTitle"/>
          </p:nvPr>
        </p:nvSpPr>
        <p:spPr>
          <a:xfrm>
            <a:off x="4995331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32"/>
          <p:cNvSpPr txBox="1"/>
          <p:nvPr>
            <p:ph idx="4" type="subTitle"/>
          </p:nvPr>
        </p:nvSpPr>
        <p:spPr>
          <a:xfrm>
            <a:off x="5007619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5" type="subTitle"/>
          </p:nvPr>
        </p:nvSpPr>
        <p:spPr>
          <a:xfrm>
            <a:off x="5007619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2"/>
          <p:cNvSpPr txBox="1"/>
          <p:nvPr>
            <p:ph idx="6" type="subTitle"/>
          </p:nvPr>
        </p:nvSpPr>
        <p:spPr>
          <a:xfrm>
            <a:off x="6861825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2"/>
          <p:cNvSpPr txBox="1"/>
          <p:nvPr>
            <p:ph idx="7" type="subTitle"/>
          </p:nvPr>
        </p:nvSpPr>
        <p:spPr>
          <a:xfrm>
            <a:off x="6874100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3" name="Google Shape;263;p32"/>
          <p:cNvSpPr txBox="1"/>
          <p:nvPr>
            <p:ph idx="8" type="subTitle"/>
          </p:nvPr>
        </p:nvSpPr>
        <p:spPr>
          <a:xfrm>
            <a:off x="6874106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64" name="Google Shape;264;p32"/>
          <p:cNvSpPr txBox="1"/>
          <p:nvPr>
            <p:ph idx="9" type="subTitle"/>
          </p:nvPr>
        </p:nvSpPr>
        <p:spPr>
          <a:xfrm>
            <a:off x="4995331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2"/>
          <p:cNvSpPr txBox="1"/>
          <p:nvPr>
            <p:ph idx="13" type="subTitle"/>
          </p:nvPr>
        </p:nvSpPr>
        <p:spPr>
          <a:xfrm>
            <a:off x="5007619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6" name="Google Shape;266;p32"/>
          <p:cNvSpPr txBox="1"/>
          <p:nvPr>
            <p:ph idx="14" type="subTitle"/>
          </p:nvPr>
        </p:nvSpPr>
        <p:spPr>
          <a:xfrm>
            <a:off x="5007619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67" name="Google Shape;267;p32"/>
          <p:cNvSpPr txBox="1"/>
          <p:nvPr>
            <p:ph idx="15" type="subTitle"/>
          </p:nvPr>
        </p:nvSpPr>
        <p:spPr>
          <a:xfrm>
            <a:off x="6861825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32"/>
          <p:cNvSpPr txBox="1"/>
          <p:nvPr>
            <p:ph idx="16" type="subTitle"/>
          </p:nvPr>
        </p:nvSpPr>
        <p:spPr>
          <a:xfrm>
            <a:off x="6874100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32"/>
          <p:cNvSpPr txBox="1"/>
          <p:nvPr>
            <p:ph idx="17" type="subTitle"/>
          </p:nvPr>
        </p:nvSpPr>
        <p:spPr>
          <a:xfrm>
            <a:off x="6874106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 Titel + body + 6 highlight boxes">
  <p:cSld name="CUSTOM_7_2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>
            <p:ph type="title"/>
          </p:nvPr>
        </p:nvSpPr>
        <p:spPr>
          <a:xfrm>
            <a:off x="602463" y="604275"/>
            <a:ext cx="36387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33"/>
          <p:cNvSpPr/>
          <p:nvPr/>
        </p:nvSpPr>
        <p:spPr>
          <a:xfrm>
            <a:off x="4849975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33"/>
          <p:cNvSpPr txBox="1"/>
          <p:nvPr>
            <p:ph idx="1" type="subTitle"/>
          </p:nvPr>
        </p:nvSpPr>
        <p:spPr>
          <a:xfrm>
            <a:off x="602459" y="1600200"/>
            <a:ext cx="1917000" cy="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74" name="Google Shape;274;p33"/>
          <p:cNvSpPr/>
          <p:nvPr/>
        </p:nvSpPr>
        <p:spPr>
          <a:xfrm>
            <a:off x="6716463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4849975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6716463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33"/>
          <p:cNvSpPr txBox="1"/>
          <p:nvPr>
            <p:ph idx="2" type="subTitle"/>
          </p:nvPr>
        </p:nvSpPr>
        <p:spPr>
          <a:xfrm>
            <a:off x="4995331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3" type="subTitle"/>
          </p:nvPr>
        </p:nvSpPr>
        <p:spPr>
          <a:xfrm>
            <a:off x="5007619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4" type="subTitle"/>
          </p:nvPr>
        </p:nvSpPr>
        <p:spPr>
          <a:xfrm>
            <a:off x="5007619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5" type="subTitle"/>
          </p:nvPr>
        </p:nvSpPr>
        <p:spPr>
          <a:xfrm>
            <a:off x="6861825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3"/>
          <p:cNvSpPr txBox="1"/>
          <p:nvPr>
            <p:ph idx="6" type="subTitle"/>
          </p:nvPr>
        </p:nvSpPr>
        <p:spPr>
          <a:xfrm>
            <a:off x="6874100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2" name="Google Shape;282;p33"/>
          <p:cNvSpPr txBox="1"/>
          <p:nvPr>
            <p:ph idx="7" type="subTitle"/>
          </p:nvPr>
        </p:nvSpPr>
        <p:spPr>
          <a:xfrm>
            <a:off x="6874106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3" name="Google Shape;283;p33"/>
          <p:cNvSpPr txBox="1"/>
          <p:nvPr>
            <p:ph idx="8" type="subTitle"/>
          </p:nvPr>
        </p:nvSpPr>
        <p:spPr>
          <a:xfrm>
            <a:off x="4995331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3"/>
          <p:cNvSpPr txBox="1"/>
          <p:nvPr>
            <p:ph idx="9" type="subTitle"/>
          </p:nvPr>
        </p:nvSpPr>
        <p:spPr>
          <a:xfrm>
            <a:off x="5007619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5" name="Google Shape;285;p33"/>
          <p:cNvSpPr txBox="1"/>
          <p:nvPr>
            <p:ph idx="13" type="subTitle"/>
          </p:nvPr>
        </p:nvSpPr>
        <p:spPr>
          <a:xfrm>
            <a:off x="5007619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6" name="Google Shape;286;p33"/>
          <p:cNvSpPr txBox="1"/>
          <p:nvPr>
            <p:ph idx="14" type="subTitle"/>
          </p:nvPr>
        </p:nvSpPr>
        <p:spPr>
          <a:xfrm>
            <a:off x="6861825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33"/>
          <p:cNvSpPr txBox="1"/>
          <p:nvPr>
            <p:ph idx="15" type="subTitle"/>
          </p:nvPr>
        </p:nvSpPr>
        <p:spPr>
          <a:xfrm>
            <a:off x="6874100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33"/>
          <p:cNvSpPr txBox="1"/>
          <p:nvPr>
            <p:ph idx="16" type="subTitle"/>
          </p:nvPr>
        </p:nvSpPr>
        <p:spPr>
          <a:xfrm>
            <a:off x="6874106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33"/>
          <p:cNvSpPr/>
          <p:nvPr/>
        </p:nvSpPr>
        <p:spPr>
          <a:xfrm>
            <a:off x="2983488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2983488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33"/>
          <p:cNvSpPr txBox="1"/>
          <p:nvPr>
            <p:ph idx="17" type="subTitle"/>
          </p:nvPr>
        </p:nvSpPr>
        <p:spPr>
          <a:xfrm>
            <a:off x="3128850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3"/>
          <p:cNvSpPr txBox="1"/>
          <p:nvPr>
            <p:ph idx="18" type="subTitle"/>
          </p:nvPr>
        </p:nvSpPr>
        <p:spPr>
          <a:xfrm>
            <a:off x="3141125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3" name="Google Shape;293;p33"/>
          <p:cNvSpPr txBox="1"/>
          <p:nvPr>
            <p:ph idx="19" type="subTitle"/>
          </p:nvPr>
        </p:nvSpPr>
        <p:spPr>
          <a:xfrm>
            <a:off x="3141131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94" name="Google Shape;294;p33"/>
          <p:cNvSpPr txBox="1"/>
          <p:nvPr>
            <p:ph idx="20" type="subTitle"/>
          </p:nvPr>
        </p:nvSpPr>
        <p:spPr>
          <a:xfrm>
            <a:off x="3128850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3"/>
          <p:cNvSpPr txBox="1"/>
          <p:nvPr>
            <p:ph idx="21" type="subTitle"/>
          </p:nvPr>
        </p:nvSpPr>
        <p:spPr>
          <a:xfrm>
            <a:off x="3141125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3"/>
          <p:cNvSpPr txBox="1"/>
          <p:nvPr>
            <p:ph idx="22" type="subTitle"/>
          </p:nvPr>
        </p:nvSpPr>
        <p:spPr>
          <a:xfrm>
            <a:off x="3141131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3"/>
          <p:cNvSpPr txBox="1"/>
          <p:nvPr>
            <p:ph idx="23" type="body"/>
          </p:nvPr>
        </p:nvSpPr>
        <p:spPr>
          <a:xfrm>
            <a:off x="602459" y="1905000"/>
            <a:ext cx="19980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 Titel + 3 boxes">
  <p:cSld name="CUSTOM_7_2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34"/>
          <p:cNvSpPr/>
          <p:nvPr/>
        </p:nvSpPr>
        <p:spPr>
          <a:xfrm>
            <a:off x="602463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34"/>
          <p:cNvSpPr txBox="1"/>
          <p:nvPr>
            <p:ph idx="1" type="subTitle"/>
          </p:nvPr>
        </p:nvSpPr>
        <p:spPr>
          <a:xfrm>
            <a:off x="800381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34"/>
          <p:cNvSpPr txBox="1"/>
          <p:nvPr>
            <p:ph idx="2" type="subTitle"/>
          </p:nvPr>
        </p:nvSpPr>
        <p:spPr>
          <a:xfrm>
            <a:off x="800388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34"/>
          <p:cNvSpPr/>
          <p:nvPr/>
        </p:nvSpPr>
        <p:spPr>
          <a:xfrm>
            <a:off x="2600325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34"/>
          <p:cNvSpPr txBox="1"/>
          <p:nvPr>
            <p:ph idx="3" type="subTitle"/>
          </p:nvPr>
        </p:nvSpPr>
        <p:spPr>
          <a:xfrm>
            <a:off x="2798244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4" type="subTitle"/>
          </p:nvPr>
        </p:nvSpPr>
        <p:spPr>
          <a:xfrm>
            <a:off x="2798250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4"/>
          <p:cNvSpPr/>
          <p:nvPr/>
        </p:nvSpPr>
        <p:spPr>
          <a:xfrm>
            <a:off x="4625575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34"/>
          <p:cNvSpPr txBox="1"/>
          <p:nvPr>
            <p:ph idx="5" type="subTitle"/>
          </p:nvPr>
        </p:nvSpPr>
        <p:spPr>
          <a:xfrm>
            <a:off x="4823494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308" name="Google Shape;308;p34"/>
          <p:cNvSpPr txBox="1"/>
          <p:nvPr>
            <p:ph idx="6" type="subTitle"/>
          </p:nvPr>
        </p:nvSpPr>
        <p:spPr>
          <a:xfrm>
            <a:off x="4823500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 Titel + 4 boxes">
  <p:cSld name="CUSTOM_7_2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1" name="Google Shape;311;p35"/>
          <p:cNvSpPr/>
          <p:nvPr/>
        </p:nvSpPr>
        <p:spPr>
          <a:xfrm>
            <a:off x="602463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5"/>
          <p:cNvSpPr txBox="1"/>
          <p:nvPr>
            <p:ph idx="1" type="subTitle"/>
          </p:nvPr>
        </p:nvSpPr>
        <p:spPr>
          <a:xfrm>
            <a:off x="800381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35"/>
          <p:cNvSpPr txBox="1"/>
          <p:nvPr>
            <p:ph idx="2" type="subTitle"/>
          </p:nvPr>
        </p:nvSpPr>
        <p:spPr>
          <a:xfrm>
            <a:off x="800388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5"/>
          <p:cNvSpPr/>
          <p:nvPr/>
        </p:nvSpPr>
        <p:spPr>
          <a:xfrm>
            <a:off x="4590676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35"/>
          <p:cNvSpPr txBox="1"/>
          <p:nvPr>
            <p:ph idx="3" type="subTitle"/>
          </p:nvPr>
        </p:nvSpPr>
        <p:spPr>
          <a:xfrm>
            <a:off x="478859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35"/>
          <p:cNvSpPr txBox="1"/>
          <p:nvPr>
            <p:ph idx="4" type="subTitle"/>
          </p:nvPr>
        </p:nvSpPr>
        <p:spPr>
          <a:xfrm>
            <a:off x="478860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35"/>
          <p:cNvSpPr/>
          <p:nvPr/>
        </p:nvSpPr>
        <p:spPr>
          <a:xfrm>
            <a:off x="6615926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35"/>
          <p:cNvSpPr txBox="1"/>
          <p:nvPr>
            <p:ph idx="5" type="subTitle"/>
          </p:nvPr>
        </p:nvSpPr>
        <p:spPr>
          <a:xfrm>
            <a:off x="681384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319" name="Google Shape;319;p35"/>
          <p:cNvSpPr txBox="1"/>
          <p:nvPr>
            <p:ph idx="6" type="subTitle"/>
          </p:nvPr>
        </p:nvSpPr>
        <p:spPr>
          <a:xfrm>
            <a:off x="681385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20" name="Google Shape;320;p35"/>
          <p:cNvSpPr/>
          <p:nvPr/>
        </p:nvSpPr>
        <p:spPr>
          <a:xfrm>
            <a:off x="2596570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35"/>
          <p:cNvSpPr txBox="1"/>
          <p:nvPr>
            <p:ph idx="7" type="subTitle"/>
          </p:nvPr>
        </p:nvSpPr>
        <p:spPr>
          <a:xfrm>
            <a:off x="2794489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322" name="Google Shape;322;p35"/>
          <p:cNvSpPr txBox="1"/>
          <p:nvPr>
            <p:ph idx="8" type="subTitle"/>
          </p:nvPr>
        </p:nvSpPr>
        <p:spPr>
          <a:xfrm>
            <a:off x="2794495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 Title + body + 4 number orange">
  <p:cSld name="CUSTOM_8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>
            <p:ph idx="1" type="subTitle"/>
          </p:nvPr>
        </p:nvSpPr>
        <p:spPr>
          <a:xfrm>
            <a:off x="5073625" y="1112347"/>
            <a:ext cx="2592000" cy="4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b="1" sz="4800">
                <a:solidFill>
                  <a:schemeClr val="dk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2" type="subTitle"/>
          </p:nvPr>
        </p:nvSpPr>
        <p:spPr>
          <a:xfrm>
            <a:off x="4791775" y="1859914"/>
            <a:ext cx="31557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26" name="Google Shape;326;p36"/>
          <p:cNvSpPr txBox="1"/>
          <p:nvPr>
            <p:ph idx="3" type="subTitle"/>
          </p:nvPr>
        </p:nvSpPr>
        <p:spPr>
          <a:xfrm>
            <a:off x="4483975" y="2143125"/>
            <a:ext cx="37713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27" name="Google Shape;327;p36"/>
          <p:cNvSpPr/>
          <p:nvPr/>
        </p:nvSpPr>
        <p:spPr>
          <a:xfrm>
            <a:off x="-76812" y="-101175"/>
            <a:ext cx="36627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36"/>
          <p:cNvSpPr txBox="1"/>
          <p:nvPr>
            <p:ph type="title"/>
          </p:nvPr>
        </p:nvSpPr>
        <p:spPr>
          <a:xfrm>
            <a:off x="602463" y="604275"/>
            <a:ext cx="25920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9" name="Google Shape;329;p36"/>
          <p:cNvSpPr txBox="1"/>
          <p:nvPr>
            <p:ph idx="4" type="subTitle"/>
          </p:nvPr>
        </p:nvSpPr>
        <p:spPr>
          <a:xfrm>
            <a:off x="602460" y="1600200"/>
            <a:ext cx="2592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30" name="Google Shape;330;p36"/>
          <p:cNvSpPr txBox="1"/>
          <p:nvPr>
            <p:ph idx="5" type="body"/>
          </p:nvPr>
        </p:nvSpPr>
        <p:spPr>
          <a:xfrm>
            <a:off x="602463" y="1905000"/>
            <a:ext cx="25920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331" name="Google Shape;331;p36"/>
          <p:cNvSpPr txBox="1"/>
          <p:nvPr>
            <p:ph idx="6" type="subTitle"/>
          </p:nvPr>
        </p:nvSpPr>
        <p:spPr>
          <a:xfrm>
            <a:off x="3885138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7" type="subTitle"/>
          </p:nvPr>
        </p:nvSpPr>
        <p:spPr>
          <a:xfrm>
            <a:off x="3896260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3" name="Google Shape;333;p36"/>
          <p:cNvSpPr txBox="1"/>
          <p:nvPr>
            <p:ph idx="8" type="subTitle"/>
          </p:nvPr>
        </p:nvSpPr>
        <p:spPr>
          <a:xfrm>
            <a:off x="3896266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34" name="Google Shape;334;p36"/>
          <p:cNvSpPr txBox="1"/>
          <p:nvPr>
            <p:ph idx="9" type="subTitle"/>
          </p:nvPr>
        </p:nvSpPr>
        <p:spPr>
          <a:xfrm>
            <a:off x="5528475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5" name="Google Shape;335;p36"/>
          <p:cNvSpPr txBox="1"/>
          <p:nvPr>
            <p:ph idx="13" type="subTitle"/>
          </p:nvPr>
        </p:nvSpPr>
        <p:spPr>
          <a:xfrm>
            <a:off x="552847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6" name="Google Shape;336;p36"/>
          <p:cNvSpPr txBox="1"/>
          <p:nvPr>
            <p:ph idx="14" type="subTitle"/>
          </p:nvPr>
        </p:nvSpPr>
        <p:spPr>
          <a:xfrm>
            <a:off x="5528475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37" name="Google Shape;337;p36"/>
          <p:cNvSpPr txBox="1"/>
          <p:nvPr>
            <p:ph idx="15" type="subTitle"/>
          </p:nvPr>
        </p:nvSpPr>
        <p:spPr>
          <a:xfrm>
            <a:off x="7171813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8" name="Google Shape;338;p36"/>
          <p:cNvSpPr txBox="1"/>
          <p:nvPr>
            <p:ph idx="16" type="subTitle"/>
          </p:nvPr>
        </p:nvSpPr>
        <p:spPr>
          <a:xfrm>
            <a:off x="718293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9" name="Google Shape;339;p36"/>
          <p:cNvSpPr txBox="1"/>
          <p:nvPr>
            <p:ph idx="17" type="subTitle"/>
          </p:nvPr>
        </p:nvSpPr>
        <p:spPr>
          <a:xfrm>
            <a:off x="7182941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5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 Title + body + 4 number blue">
  <p:cSld name="CUSTOM_8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/>
          <p:nvPr>
            <p:ph idx="1" type="subTitle"/>
          </p:nvPr>
        </p:nvSpPr>
        <p:spPr>
          <a:xfrm>
            <a:off x="5073625" y="1112347"/>
            <a:ext cx="2592000" cy="4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b="1" sz="4800">
                <a:solidFill>
                  <a:schemeClr val="dk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2" name="Google Shape;342;p37"/>
          <p:cNvSpPr txBox="1"/>
          <p:nvPr>
            <p:ph idx="2" type="subTitle"/>
          </p:nvPr>
        </p:nvSpPr>
        <p:spPr>
          <a:xfrm>
            <a:off x="4791775" y="1859914"/>
            <a:ext cx="31557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3" name="Google Shape;343;p37"/>
          <p:cNvSpPr txBox="1"/>
          <p:nvPr>
            <p:ph idx="3" type="subTitle"/>
          </p:nvPr>
        </p:nvSpPr>
        <p:spPr>
          <a:xfrm>
            <a:off x="4483975" y="2143125"/>
            <a:ext cx="37713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44" name="Google Shape;344;p37"/>
          <p:cNvSpPr/>
          <p:nvPr/>
        </p:nvSpPr>
        <p:spPr>
          <a:xfrm>
            <a:off x="-76812" y="-101175"/>
            <a:ext cx="3662700" cy="46446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7"/>
          <p:cNvSpPr txBox="1"/>
          <p:nvPr>
            <p:ph type="title"/>
          </p:nvPr>
        </p:nvSpPr>
        <p:spPr>
          <a:xfrm>
            <a:off x="602463" y="604275"/>
            <a:ext cx="25920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37"/>
          <p:cNvSpPr txBox="1"/>
          <p:nvPr>
            <p:ph idx="4" type="subTitle"/>
          </p:nvPr>
        </p:nvSpPr>
        <p:spPr>
          <a:xfrm>
            <a:off x="602460" y="1600200"/>
            <a:ext cx="2592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37"/>
          <p:cNvSpPr txBox="1"/>
          <p:nvPr>
            <p:ph idx="5" type="body"/>
          </p:nvPr>
        </p:nvSpPr>
        <p:spPr>
          <a:xfrm>
            <a:off x="602463" y="1905000"/>
            <a:ext cx="25920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37"/>
          <p:cNvSpPr txBox="1"/>
          <p:nvPr>
            <p:ph idx="6" type="subTitle"/>
          </p:nvPr>
        </p:nvSpPr>
        <p:spPr>
          <a:xfrm>
            <a:off x="3885138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9" name="Google Shape;349;p37"/>
          <p:cNvSpPr txBox="1"/>
          <p:nvPr>
            <p:ph idx="7" type="subTitle"/>
          </p:nvPr>
        </p:nvSpPr>
        <p:spPr>
          <a:xfrm>
            <a:off x="3896260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0" name="Google Shape;350;p37"/>
          <p:cNvSpPr txBox="1"/>
          <p:nvPr>
            <p:ph idx="8" type="subTitle"/>
          </p:nvPr>
        </p:nvSpPr>
        <p:spPr>
          <a:xfrm>
            <a:off x="3896266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51" name="Google Shape;351;p37"/>
          <p:cNvSpPr txBox="1"/>
          <p:nvPr>
            <p:ph idx="9" type="subTitle"/>
          </p:nvPr>
        </p:nvSpPr>
        <p:spPr>
          <a:xfrm>
            <a:off x="5528475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2" name="Google Shape;352;p37"/>
          <p:cNvSpPr txBox="1"/>
          <p:nvPr>
            <p:ph idx="13" type="subTitle"/>
          </p:nvPr>
        </p:nvSpPr>
        <p:spPr>
          <a:xfrm>
            <a:off x="552847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3" name="Google Shape;353;p37"/>
          <p:cNvSpPr txBox="1"/>
          <p:nvPr>
            <p:ph idx="14" type="subTitle"/>
          </p:nvPr>
        </p:nvSpPr>
        <p:spPr>
          <a:xfrm>
            <a:off x="5528475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54" name="Google Shape;354;p37"/>
          <p:cNvSpPr txBox="1"/>
          <p:nvPr>
            <p:ph idx="15" type="subTitle"/>
          </p:nvPr>
        </p:nvSpPr>
        <p:spPr>
          <a:xfrm>
            <a:off x="7171813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5" name="Google Shape;355;p37"/>
          <p:cNvSpPr txBox="1"/>
          <p:nvPr>
            <p:ph idx="16" type="subTitle"/>
          </p:nvPr>
        </p:nvSpPr>
        <p:spPr>
          <a:xfrm>
            <a:off x="718293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6" name="Google Shape;356;p37"/>
          <p:cNvSpPr txBox="1"/>
          <p:nvPr>
            <p:ph idx="17" type="subTitle"/>
          </p:nvPr>
        </p:nvSpPr>
        <p:spPr>
          <a:xfrm>
            <a:off x="7182941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5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 Title + 6 highlights pale blue">
  <p:cSld name="CUSTOM_9">
    <p:bg>
      <p:bgPr>
        <a:solidFill>
          <a:schemeClr val="lt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38"/>
          <p:cNvSpPr txBox="1"/>
          <p:nvPr>
            <p:ph idx="1" type="subTitle"/>
          </p:nvPr>
        </p:nvSpPr>
        <p:spPr>
          <a:xfrm>
            <a:off x="595313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0" name="Google Shape;360;p38"/>
          <p:cNvSpPr txBox="1"/>
          <p:nvPr>
            <p:ph idx="2" type="subTitle"/>
          </p:nvPr>
        </p:nvSpPr>
        <p:spPr>
          <a:xfrm>
            <a:off x="1277550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61" name="Google Shape;361;p38"/>
          <p:cNvSpPr txBox="1"/>
          <p:nvPr>
            <p:ph idx="3" type="subTitle"/>
          </p:nvPr>
        </p:nvSpPr>
        <p:spPr>
          <a:xfrm>
            <a:off x="1277550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62" name="Google Shape;362;p38"/>
          <p:cNvSpPr txBox="1"/>
          <p:nvPr>
            <p:ph idx="4" type="subTitle"/>
          </p:nvPr>
        </p:nvSpPr>
        <p:spPr>
          <a:xfrm>
            <a:off x="336275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3" name="Google Shape;363;p38"/>
          <p:cNvSpPr txBox="1"/>
          <p:nvPr>
            <p:ph idx="5" type="subTitle"/>
          </p:nvPr>
        </p:nvSpPr>
        <p:spPr>
          <a:xfrm>
            <a:off x="404499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64" name="Google Shape;364;p38"/>
          <p:cNvSpPr txBox="1"/>
          <p:nvPr>
            <p:ph idx="6" type="subTitle"/>
          </p:nvPr>
        </p:nvSpPr>
        <p:spPr>
          <a:xfrm>
            <a:off x="404499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65" name="Google Shape;365;p38"/>
          <p:cNvSpPr txBox="1"/>
          <p:nvPr>
            <p:ph idx="7" type="subTitle"/>
          </p:nvPr>
        </p:nvSpPr>
        <p:spPr>
          <a:xfrm>
            <a:off x="613020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6" name="Google Shape;366;p38"/>
          <p:cNvSpPr txBox="1"/>
          <p:nvPr>
            <p:ph idx="8" type="subTitle"/>
          </p:nvPr>
        </p:nvSpPr>
        <p:spPr>
          <a:xfrm>
            <a:off x="681244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67" name="Google Shape;367;p38"/>
          <p:cNvSpPr txBox="1"/>
          <p:nvPr>
            <p:ph idx="9" type="subTitle"/>
          </p:nvPr>
        </p:nvSpPr>
        <p:spPr>
          <a:xfrm>
            <a:off x="681244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68" name="Google Shape;368;p38"/>
          <p:cNvSpPr txBox="1"/>
          <p:nvPr>
            <p:ph idx="13" type="subTitle"/>
          </p:nvPr>
        </p:nvSpPr>
        <p:spPr>
          <a:xfrm>
            <a:off x="595313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9" name="Google Shape;369;p38"/>
          <p:cNvSpPr txBox="1"/>
          <p:nvPr>
            <p:ph idx="14" type="subTitle"/>
          </p:nvPr>
        </p:nvSpPr>
        <p:spPr>
          <a:xfrm>
            <a:off x="1277550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70" name="Google Shape;370;p38"/>
          <p:cNvSpPr txBox="1"/>
          <p:nvPr>
            <p:ph idx="15" type="subTitle"/>
          </p:nvPr>
        </p:nvSpPr>
        <p:spPr>
          <a:xfrm>
            <a:off x="1277550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71" name="Google Shape;371;p38"/>
          <p:cNvSpPr txBox="1"/>
          <p:nvPr>
            <p:ph idx="16" type="subTitle"/>
          </p:nvPr>
        </p:nvSpPr>
        <p:spPr>
          <a:xfrm>
            <a:off x="336275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72" name="Google Shape;372;p38"/>
          <p:cNvSpPr txBox="1"/>
          <p:nvPr>
            <p:ph idx="17" type="subTitle"/>
          </p:nvPr>
        </p:nvSpPr>
        <p:spPr>
          <a:xfrm>
            <a:off x="404499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73" name="Google Shape;373;p38"/>
          <p:cNvSpPr txBox="1"/>
          <p:nvPr>
            <p:ph idx="18" type="subTitle"/>
          </p:nvPr>
        </p:nvSpPr>
        <p:spPr>
          <a:xfrm>
            <a:off x="404499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74" name="Google Shape;374;p38"/>
          <p:cNvSpPr txBox="1"/>
          <p:nvPr>
            <p:ph idx="19" type="subTitle"/>
          </p:nvPr>
        </p:nvSpPr>
        <p:spPr>
          <a:xfrm>
            <a:off x="613020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75" name="Google Shape;375;p38"/>
          <p:cNvSpPr txBox="1"/>
          <p:nvPr>
            <p:ph idx="20" type="subTitle"/>
          </p:nvPr>
        </p:nvSpPr>
        <p:spPr>
          <a:xfrm>
            <a:off x="681244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76" name="Google Shape;376;p38"/>
          <p:cNvSpPr txBox="1"/>
          <p:nvPr>
            <p:ph idx="21" type="subTitle"/>
          </p:nvPr>
        </p:nvSpPr>
        <p:spPr>
          <a:xfrm>
            <a:off x="681244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 Title + 6 highlights pale blue 1">
  <p:cSld name="CUSTOM_9_1">
    <p:bg>
      <p:bgPr>
        <a:solidFill>
          <a:schemeClr val="dk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9" name="Google Shape;379;p39"/>
          <p:cNvSpPr txBox="1"/>
          <p:nvPr>
            <p:ph idx="1" type="subTitle"/>
          </p:nvPr>
        </p:nvSpPr>
        <p:spPr>
          <a:xfrm>
            <a:off x="595313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0" name="Google Shape;380;p39"/>
          <p:cNvSpPr txBox="1"/>
          <p:nvPr>
            <p:ph idx="2" type="subTitle"/>
          </p:nvPr>
        </p:nvSpPr>
        <p:spPr>
          <a:xfrm>
            <a:off x="1277550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39"/>
          <p:cNvSpPr txBox="1"/>
          <p:nvPr>
            <p:ph idx="3" type="subTitle"/>
          </p:nvPr>
        </p:nvSpPr>
        <p:spPr>
          <a:xfrm>
            <a:off x="1277550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39"/>
          <p:cNvSpPr txBox="1"/>
          <p:nvPr>
            <p:ph idx="4" type="subTitle"/>
          </p:nvPr>
        </p:nvSpPr>
        <p:spPr>
          <a:xfrm>
            <a:off x="336275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3" name="Google Shape;383;p39"/>
          <p:cNvSpPr txBox="1"/>
          <p:nvPr>
            <p:ph idx="5" type="subTitle"/>
          </p:nvPr>
        </p:nvSpPr>
        <p:spPr>
          <a:xfrm>
            <a:off x="404499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39"/>
          <p:cNvSpPr txBox="1"/>
          <p:nvPr>
            <p:ph idx="6" type="subTitle"/>
          </p:nvPr>
        </p:nvSpPr>
        <p:spPr>
          <a:xfrm>
            <a:off x="404499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9"/>
          <p:cNvSpPr txBox="1"/>
          <p:nvPr>
            <p:ph idx="7" type="subTitle"/>
          </p:nvPr>
        </p:nvSpPr>
        <p:spPr>
          <a:xfrm>
            <a:off x="613020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6" name="Google Shape;386;p39"/>
          <p:cNvSpPr txBox="1"/>
          <p:nvPr>
            <p:ph idx="8" type="subTitle"/>
          </p:nvPr>
        </p:nvSpPr>
        <p:spPr>
          <a:xfrm>
            <a:off x="681244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7" name="Google Shape;387;p39"/>
          <p:cNvSpPr txBox="1"/>
          <p:nvPr>
            <p:ph idx="9" type="subTitle"/>
          </p:nvPr>
        </p:nvSpPr>
        <p:spPr>
          <a:xfrm>
            <a:off x="681244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39"/>
          <p:cNvSpPr txBox="1"/>
          <p:nvPr>
            <p:ph idx="13" type="subTitle"/>
          </p:nvPr>
        </p:nvSpPr>
        <p:spPr>
          <a:xfrm>
            <a:off x="595313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9" name="Google Shape;389;p39"/>
          <p:cNvSpPr txBox="1"/>
          <p:nvPr>
            <p:ph idx="14" type="subTitle"/>
          </p:nvPr>
        </p:nvSpPr>
        <p:spPr>
          <a:xfrm>
            <a:off x="1277550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39"/>
          <p:cNvSpPr txBox="1"/>
          <p:nvPr>
            <p:ph idx="15" type="subTitle"/>
          </p:nvPr>
        </p:nvSpPr>
        <p:spPr>
          <a:xfrm>
            <a:off x="1277550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39"/>
          <p:cNvSpPr txBox="1"/>
          <p:nvPr>
            <p:ph idx="16" type="subTitle"/>
          </p:nvPr>
        </p:nvSpPr>
        <p:spPr>
          <a:xfrm>
            <a:off x="336275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2" name="Google Shape;392;p39"/>
          <p:cNvSpPr txBox="1"/>
          <p:nvPr>
            <p:ph idx="17" type="subTitle"/>
          </p:nvPr>
        </p:nvSpPr>
        <p:spPr>
          <a:xfrm>
            <a:off x="404499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39"/>
          <p:cNvSpPr txBox="1"/>
          <p:nvPr>
            <p:ph idx="18" type="subTitle"/>
          </p:nvPr>
        </p:nvSpPr>
        <p:spPr>
          <a:xfrm>
            <a:off x="404499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39"/>
          <p:cNvSpPr txBox="1"/>
          <p:nvPr>
            <p:ph idx="19" type="subTitle"/>
          </p:nvPr>
        </p:nvSpPr>
        <p:spPr>
          <a:xfrm>
            <a:off x="613020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5" name="Google Shape;395;p39"/>
          <p:cNvSpPr txBox="1"/>
          <p:nvPr>
            <p:ph idx="20" type="subTitle"/>
          </p:nvPr>
        </p:nvSpPr>
        <p:spPr>
          <a:xfrm>
            <a:off x="681244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39"/>
          <p:cNvSpPr txBox="1"/>
          <p:nvPr>
            <p:ph idx="21" type="subTitle"/>
          </p:nvPr>
        </p:nvSpPr>
        <p:spPr>
          <a:xfrm>
            <a:off x="681244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 Title + 7 highlights in boxes">
  <p:cSld name="CUSTOM_10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40"/>
          <p:cNvSpPr/>
          <p:nvPr/>
        </p:nvSpPr>
        <p:spPr>
          <a:xfrm>
            <a:off x="4625575" y="1600200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6628525" y="1600200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40"/>
          <p:cNvSpPr/>
          <p:nvPr/>
        </p:nvSpPr>
        <p:spPr>
          <a:xfrm>
            <a:off x="4625575" y="3084692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40"/>
          <p:cNvSpPr/>
          <p:nvPr/>
        </p:nvSpPr>
        <p:spPr>
          <a:xfrm>
            <a:off x="6628525" y="3084692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40"/>
          <p:cNvSpPr txBox="1"/>
          <p:nvPr>
            <p:ph idx="1" type="subTitle"/>
          </p:nvPr>
        </p:nvSpPr>
        <p:spPr>
          <a:xfrm>
            <a:off x="4784725" y="1751425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0"/>
          <p:cNvSpPr txBox="1"/>
          <p:nvPr>
            <p:ph idx="2" type="subTitle"/>
          </p:nvPr>
        </p:nvSpPr>
        <p:spPr>
          <a:xfrm>
            <a:off x="4784725" y="2114379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40"/>
          <p:cNvSpPr txBox="1"/>
          <p:nvPr>
            <p:ph idx="3" type="subTitle"/>
          </p:nvPr>
        </p:nvSpPr>
        <p:spPr>
          <a:xfrm>
            <a:off x="4784725" y="2317362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06" name="Google Shape;406;p40"/>
          <p:cNvSpPr txBox="1"/>
          <p:nvPr>
            <p:ph idx="4" type="subTitle"/>
          </p:nvPr>
        </p:nvSpPr>
        <p:spPr>
          <a:xfrm>
            <a:off x="6787750" y="1751425"/>
            <a:ext cx="15984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40"/>
          <p:cNvSpPr txBox="1"/>
          <p:nvPr>
            <p:ph idx="5" type="subTitle"/>
          </p:nvPr>
        </p:nvSpPr>
        <p:spPr>
          <a:xfrm>
            <a:off x="6787750" y="2114379"/>
            <a:ext cx="15984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40"/>
          <p:cNvSpPr txBox="1"/>
          <p:nvPr>
            <p:ph idx="6" type="subTitle"/>
          </p:nvPr>
        </p:nvSpPr>
        <p:spPr>
          <a:xfrm>
            <a:off x="6787750" y="2317362"/>
            <a:ext cx="15984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9" name="Google Shape;409;p40"/>
          <p:cNvSpPr txBox="1"/>
          <p:nvPr>
            <p:ph idx="7" type="subTitle"/>
          </p:nvPr>
        </p:nvSpPr>
        <p:spPr>
          <a:xfrm>
            <a:off x="4784725" y="3219473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40"/>
          <p:cNvSpPr txBox="1"/>
          <p:nvPr>
            <p:ph idx="8" type="subTitle"/>
          </p:nvPr>
        </p:nvSpPr>
        <p:spPr>
          <a:xfrm>
            <a:off x="4784725" y="3582427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40"/>
          <p:cNvSpPr txBox="1"/>
          <p:nvPr>
            <p:ph idx="9" type="subTitle"/>
          </p:nvPr>
        </p:nvSpPr>
        <p:spPr>
          <a:xfrm>
            <a:off x="4784725" y="3785411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2" name="Google Shape;412;p40"/>
          <p:cNvSpPr txBox="1"/>
          <p:nvPr>
            <p:ph idx="13" type="subTitle"/>
          </p:nvPr>
        </p:nvSpPr>
        <p:spPr>
          <a:xfrm>
            <a:off x="6787750" y="3219473"/>
            <a:ext cx="15984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0"/>
          <p:cNvSpPr txBox="1"/>
          <p:nvPr>
            <p:ph idx="14" type="subTitle"/>
          </p:nvPr>
        </p:nvSpPr>
        <p:spPr>
          <a:xfrm>
            <a:off x="6787750" y="3582427"/>
            <a:ext cx="15984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14" name="Google Shape;414;p40"/>
          <p:cNvSpPr txBox="1"/>
          <p:nvPr>
            <p:ph idx="15" type="subTitle"/>
          </p:nvPr>
        </p:nvSpPr>
        <p:spPr>
          <a:xfrm>
            <a:off x="6787750" y="3785411"/>
            <a:ext cx="15984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15" name="Google Shape;415;p40"/>
          <p:cNvSpPr/>
          <p:nvPr/>
        </p:nvSpPr>
        <p:spPr>
          <a:xfrm>
            <a:off x="2600325" y="1600200"/>
            <a:ext cx="1917000" cy="29433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40"/>
          <p:cNvSpPr txBox="1"/>
          <p:nvPr>
            <p:ph idx="16" type="subTitle"/>
          </p:nvPr>
        </p:nvSpPr>
        <p:spPr>
          <a:xfrm>
            <a:off x="2759550" y="2166925"/>
            <a:ext cx="1598400" cy="5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40"/>
          <p:cNvSpPr txBox="1"/>
          <p:nvPr>
            <p:ph idx="17" type="subTitle"/>
          </p:nvPr>
        </p:nvSpPr>
        <p:spPr>
          <a:xfrm>
            <a:off x="2759550" y="2828850"/>
            <a:ext cx="15984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40"/>
          <p:cNvSpPr txBox="1"/>
          <p:nvPr>
            <p:ph idx="18" type="subTitle"/>
          </p:nvPr>
        </p:nvSpPr>
        <p:spPr>
          <a:xfrm>
            <a:off x="2759550" y="3099575"/>
            <a:ext cx="15984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40"/>
          <p:cNvSpPr/>
          <p:nvPr/>
        </p:nvSpPr>
        <p:spPr>
          <a:xfrm>
            <a:off x="602463" y="1600200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0" name="Google Shape;420;p40"/>
          <p:cNvSpPr/>
          <p:nvPr/>
        </p:nvSpPr>
        <p:spPr>
          <a:xfrm>
            <a:off x="602463" y="3084692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p40"/>
          <p:cNvSpPr txBox="1"/>
          <p:nvPr>
            <p:ph idx="19" type="subTitle"/>
          </p:nvPr>
        </p:nvSpPr>
        <p:spPr>
          <a:xfrm>
            <a:off x="761613" y="1751425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40"/>
          <p:cNvSpPr txBox="1"/>
          <p:nvPr>
            <p:ph idx="20" type="subTitle"/>
          </p:nvPr>
        </p:nvSpPr>
        <p:spPr>
          <a:xfrm>
            <a:off x="761613" y="2114379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3" name="Google Shape;423;p40"/>
          <p:cNvSpPr txBox="1"/>
          <p:nvPr>
            <p:ph idx="21" type="subTitle"/>
          </p:nvPr>
        </p:nvSpPr>
        <p:spPr>
          <a:xfrm>
            <a:off x="761613" y="2317362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24" name="Google Shape;424;p40"/>
          <p:cNvSpPr txBox="1"/>
          <p:nvPr>
            <p:ph idx="22" type="subTitle"/>
          </p:nvPr>
        </p:nvSpPr>
        <p:spPr>
          <a:xfrm>
            <a:off x="761613" y="3219473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40"/>
          <p:cNvSpPr txBox="1"/>
          <p:nvPr>
            <p:ph idx="23" type="subTitle"/>
          </p:nvPr>
        </p:nvSpPr>
        <p:spPr>
          <a:xfrm>
            <a:off x="761613" y="3582427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6" name="Google Shape;426;p40"/>
          <p:cNvSpPr txBox="1"/>
          <p:nvPr>
            <p:ph idx="24" type="subTitle"/>
          </p:nvPr>
        </p:nvSpPr>
        <p:spPr>
          <a:xfrm>
            <a:off x="761613" y="3785411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 Big number">
  <p:cSld name="CUSTOM_11">
    <p:bg>
      <p:bgPr>
        <a:solidFill>
          <a:schemeClr val="dk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/>
          <p:nvPr>
            <p:ph type="title"/>
          </p:nvPr>
        </p:nvSpPr>
        <p:spPr>
          <a:xfrm>
            <a:off x="602463" y="1788350"/>
            <a:ext cx="7939200" cy="141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9" name="Google Shape;429;p41"/>
          <p:cNvSpPr txBox="1"/>
          <p:nvPr>
            <p:ph idx="1" type="subTitle"/>
          </p:nvPr>
        </p:nvSpPr>
        <p:spPr>
          <a:xfrm>
            <a:off x="2309775" y="3289288"/>
            <a:ext cx="4524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PC + title + text right">
  <p:cSld name="CUSTOM_12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"/>
          <p:cNvSpPr txBox="1"/>
          <p:nvPr>
            <p:ph type="title"/>
          </p:nvPr>
        </p:nvSpPr>
        <p:spPr>
          <a:xfrm>
            <a:off x="602463" y="604275"/>
            <a:ext cx="5266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2" name="Google Shape;432;p42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42"/>
          <p:cNvSpPr txBox="1"/>
          <p:nvPr>
            <p:ph idx="1" type="subTitle"/>
          </p:nvPr>
        </p:nvSpPr>
        <p:spPr>
          <a:xfrm>
            <a:off x="6624647" y="1600200"/>
            <a:ext cx="1917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4" name="Google Shape;434;p42"/>
          <p:cNvSpPr txBox="1"/>
          <p:nvPr>
            <p:ph idx="2" type="body"/>
          </p:nvPr>
        </p:nvSpPr>
        <p:spPr>
          <a:xfrm>
            <a:off x="6624650" y="1905000"/>
            <a:ext cx="1917000" cy="22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pic>
        <p:nvPicPr>
          <p:cNvPr id="435" name="Google Shape;435;p42" title="DK_EC_Laptop_clea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894" y="1512538"/>
            <a:ext cx="5483162" cy="30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2"/>
          <p:cNvSpPr/>
          <p:nvPr>
            <p:ph idx="3" type="pic"/>
          </p:nvPr>
        </p:nvSpPr>
        <p:spPr>
          <a:xfrm>
            <a:off x="1205513" y="1756175"/>
            <a:ext cx="4018500" cy="249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PC">
  <p:cSld name="CUSTOM_12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3" title="DK_EC_Laptop_clean.png"/>
          <p:cNvPicPr preferRelativeResize="0"/>
          <p:nvPr/>
        </p:nvPicPr>
        <p:blipFill rotWithShape="1">
          <a:blip r:embed="rId2">
            <a:alphaModFix/>
          </a:blip>
          <a:srcRect b="0" l="2529" r="2414" t="1970"/>
          <a:stretch/>
        </p:blipFill>
        <p:spPr>
          <a:xfrm>
            <a:off x="1037336" y="550662"/>
            <a:ext cx="7039560" cy="408336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3"/>
          <p:cNvSpPr/>
          <p:nvPr>
            <p:ph idx="2" type="pic"/>
          </p:nvPr>
        </p:nvSpPr>
        <p:spPr>
          <a:xfrm>
            <a:off x="1867040" y="796225"/>
            <a:ext cx="5409900" cy="334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 Mobile 3 + Title + text right">
  <p:cSld name="CUSTOM_13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"/>
          <p:cNvSpPr txBox="1"/>
          <p:nvPr>
            <p:ph type="title"/>
          </p:nvPr>
        </p:nvSpPr>
        <p:spPr>
          <a:xfrm>
            <a:off x="602463" y="604275"/>
            <a:ext cx="50658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2" name="Google Shape;442;p44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3" name="Google Shape;443;p44"/>
          <p:cNvSpPr txBox="1"/>
          <p:nvPr>
            <p:ph idx="1" type="subTitle"/>
          </p:nvPr>
        </p:nvSpPr>
        <p:spPr>
          <a:xfrm>
            <a:off x="6624647" y="1600200"/>
            <a:ext cx="1917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4" name="Google Shape;444;p44"/>
          <p:cNvSpPr txBox="1"/>
          <p:nvPr>
            <p:ph idx="2" type="body"/>
          </p:nvPr>
        </p:nvSpPr>
        <p:spPr>
          <a:xfrm>
            <a:off x="6624650" y="1905000"/>
            <a:ext cx="1917000" cy="22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pic>
        <p:nvPicPr>
          <p:cNvPr id="445" name="Google Shape;445;p44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2463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4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8367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4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14271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4"/>
          <p:cNvSpPr/>
          <p:nvPr>
            <p:ph idx="3" type="pic"/>
          </p:nvPr>
        </p:nvSpPr>
        <p:spPr>
          <a:xfrm>
            <a:off x="680788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  <p:sp>
        <p:nvSpPr>
          <p:cNvPr id="449" name="Google Shape;449;p44"/>
          <p:cNvSpPr/>
          <p:nvPr>
            <p:ph idx="4" type="pic"/>
          </p:nvPr>
        </p:nvSpPr>
        <p:spPr>
          <a:xfrm>
            <a:off x="2288219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  <p:sp>
        <p:nvSpPr>
          <p:cNvPr id="450" name="Google Shape;450;p44"/>
          <p:cNvSpPr/>
          <p:nvPr>
            <p:ph idx="5" type="pic"/>
          </p:nvPr>
        </p:nvSpPr>
        <p:spPr>
          <a:xfrm>
            <a:off x="3893019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 Mobile 2 + title + text">
  <p:cSld name="CUSTOM_13_1">
    <p:bg>
      <p:bgPr>
        <a:solidFill>
          <a:schemeClr val="accent3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/>
          <p:nvPr>
            <p:ph type="title"/>
          </p:nvPr>
        </p:nvSpPr>
        <p:spPr>
          <a:xfrm>
            <a:off x="602463" y="604275"/>
            <a:ext cx="3916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3" name="Google Shape;453;p45"/>
          <p:cNvSpPr txBox="1"/>
          <p:nvPr>
            <p:ph idx="1" type="body"/>
          </p:nvPr>
        </p:nvSpPr>
        <p:spPr>
          <a:xfrm>
            <a:off x="602475" y="1600200"/>
            <a:ext cx="3267000" cy="26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pic>
        <p:nvPicPr>
          <p:cNvPr id="454" name="Google Shape;454;p45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00375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5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6279" y="600075"/>
            <a:ext cx="1460198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5"/>
          <p:cNvSpPr/>
          <p:nvPr>
            <p:ph idx="2" type="pic"/>
          </p:nvPr>
        </p:nvSpPr>
        <p:spPr>
          <a:xfrm>
            <a:off x="4880219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  <p:sp>
        <p:nvSpPr>
          <p:cNvPr id="457" name="Google Shape;457;p45"/>
          <p:cNvSpPr/>
          <p:nvPr>
            <p:ph idx="3" type="pic"/>
          </p:nvPr>
        </p:nvSpPr>
        <p:spPr>
          <a:xfrm>
            <a:off x="6486119" y="644438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 Mobile 1 + title + text">
  <p:cSld name="CUSTOM_13_1_1">
    <p:bg>
      <p:bgPr>
        <a:noFill/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6"/>
          <p:cNvSpPr/>
          <p:nvPr/>
        </p:nvSpPr>
        <p:spPr>
          <a:xfrm>
            <a:off x="-76812" y="-101175"/>
            <a:ext cx="6312900" cy="52446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46"/>
          <p:cNvSpPr txBox="1"/>
          <p:nvPr>
            <p:ph type="title"/>
          </p:nvPr>
        </p:nvSpPr>
        <p:spPr>
          <a:xfrm>
            <a:off x="602463" y="604275"/>
            <a:ext cx="49713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1" name="Google Shape;461;p46"/>
          <p:cNvSpPr txBox="1"/>
          <p:nvPr>
            <p:ph idx="1" type="body"/>
          </p:nvPr>
        </p:nvSpPr>
        <p:spPr>
          <a:xfrm>
            <a:off x="602475" y="1600200"/>
            <a:ext cx="4971300" cy="26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2" name="Google Shape;462;p46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24649" y="600075"/>
            <a:ext cx="1916900" cy="386376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6"/>
          <p:cNvSpPr/>
          <p:nvPr>
            <p:ph idx="2" type="pic"/>
          </p:nvPr>
        </p:nvSpPr>
        <p:spPr>
          <a:xfrm>
            <a:off x="6723975" y="655838"/>
            <a:ext cx="1719000" cy="3752400"/>
          </a:xfrm>
          <a:prstGeom prst="roundRect">
            <a:avLst>
              <a:gd fmla="val 1156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 Quote">
  <p:cSld name="CUSTOM_14">
    <p:bg>
      <p:bgPr>
        <a:solidFill>
          <a:schemeClr val="dk1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7" title="agenda splash blue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4475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7"/>
          <p:cNvSpPr txBox="1"/>
          <p:nvPr>
            <p:ph idx="1" type="subTitle"/>
          </p:nvPr>
        </p:nvSpPr>
        <p:spPr>
          <a:xfrm>
            <a:off x="602750" y="1285875"/>
            <a:ext cx="5346900" cy="25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467" name="Google Shape;467;p47"/>
          <p:cNvSpPr txBox="1"/>
          <p:nvPr>
            <p:ph idx="2" type="subTitle"/>
          </p:nvPr>
        </p:nvSpPr>
        <p:spPr>
          <a:xfrm>
            <a:off x="595313" y="4048125"/>
            <a:ext cx="3923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8" name="Google Shape;468;p47" title="Quo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13" y="600075"/>
            <a:ext cx="890588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 Quote + photo">
  <p:cSld name="CUSTOM_15">
    <p:bg>
      <p:bgPr>
        <a:solidFill>
          <a:schemeClr val="accent3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8"/>
          <p:cNvSpPr txBox="1"/>
          <p:nvPr>
            <p:ph type="title"/>
          </p:nvPr>
        </p:nvSpPr>
        <p:spPr>
          <a:xfrm>
            <a:off x="602463" y="1285875"/>
            <a:ext cx="4591200" cy="26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71" name="Google Shape;471;p48" title="Quo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5313" y="600075"/>
            <a:ext cx="890588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8"/>
          <p:cNvSpPr txBox="1"/>
          <p:nvPr>
            <p:ph idx="1" type="subTitle"/>
          </p:nvPr>
        </p:nvSpPr>
        <p:spPr>
          <a:xfrm>
            <a:off x="595313" y="4048125"/>
            <a:ext cx="3923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48"/>
          <p:cNvSpPr/>
          <p:nvPr>
            <p:ph idx="2" type="pic"/>
          </p:nvPr>
        </p:nvSpPr>
        <p:spPr>
          <a:xfrm>
            <a:off x="5949576" y="-80200"/>
            <a:ext cx="3283800" cy="46236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rotWithShape="0" algn="bl">
              <a:srgbClr val="000000">
                <a:alpha val="0"/>
              </a:srgbClr>
            </a:outerShdw>
            <a:reflection blurRad="0" dir="0" dist="0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Timeline 4 points">
  <p:cSld name="CUSTOM_16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76" name="Google Shape;476;p49"/>
          <p:cNvCxnSpPr/>
          <p:nvPr/>
        </p:nvCxnSpPr>
        <p:spPr>
          <a:xfrm>
            <a:off x="-37212" y="3117950"/>
            <a:ext cx="9264600" cy="0"/>
          </a:xfrm>
          <a:prstGeom prst="straightConnector1">
            <a:avLst/>
          </a:prstGeom>
          <a:noFill/>
          <a:ln cap="flat" cmpd="sng" w="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9"/>
          <p:cNvCxnSpPr/>
          <p:nvPr/>
        </p:nvCxnSpPr>
        <p:spPr>
          <a:xfrm>
            <a:off x="6053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78" name="Google Shape;478;p49"/>
          <p:cNvSpPr txBox="1"/>
          <p:nvPr>
            <p:ph idx="1" type="subTitle"/>
          </p:nvPr>
        </p:nvSpPr>
        <p:spPr>
          <a:xfrm>
            <a:off x="602475" y="1600200"/>
            <a:ext cx="19170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79" name="Google Shape;479;p49"/>
          <p:cNvSpPr txBox="1"/>
          <p:nvPr>
            <p:ph idx="2" type="subTitle"/>
          </p:nvPr>
        </p:nvSpPr>
        <p:spPr>
          <a:xfrm>
            <a:off x="602475" y="2883581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80" name="Google Shape;480;p49"/>
          <p:cNvCxnSpPr/>
          <p:nvPr/>
        </p:nvCxnSpPr>
        <p:spPr>
          <a:xfrm>
            <a:off x="46284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81" name="Google Shape;481;p49"/>
          <p:cNvSpPr txBox="1"/>
          <p:nvPr>
            <p:ph idx="3" type="subTitle"/>
          </p:nvPr>
        </p:nvSpPr>
        <p:spPr>
          <a:xfrm>
            <a:off x="4625575" y="1600200"/>
            <a:ext cx="19170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82" name="Google Shape;482;p49"/>
          <p:cNvSpPr txBox="1"/>
          <p:nvPr>
            <p:ph idx="4" type="subTitle"/>
          </p:nvPr>
        </p:nvSpPr>
        <p:spPr>
          <a:xfrm>
            <a:off x="4625575" y="2883581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83" name="Google Shape;483;p49"/>
          <p:cNvCxnSpPr/>
          <p:nvPr/>
        </p:nvCxnSpPr>
        <p:spPr>
          <a:xfrm rot="10800000">
            <a:off x="2616888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84" name="Google Shape;484;p49"/>
          <p:cNvSpPr txBox="1"/>
          <p:nvPr>
            <p:ph idx="5" type="subTitle"/>
          </p:nvPr>
        </p:nvSpPr>
        <p:spPr>
          <a:xfrm>
            <a:off x="2614025" y="3356860"/>
            <a:ext cx="19170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85" name="Google Shape;485;p49"/>
          <p:cNvSpPr txBox="1"/>
          <p:nvPr>
            <p:ph idx="6" type="subTitle"/>
          </p:nvPr>
        </p:nvSpPr>
        <p:spPr>
          <a:xfrm>
            <a:off x="2614025" y="3167814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86" name="Google Shape;486;p49"/>
          <p:cNvCxnSpPr/>
          <p:nvPr/>
        </p:nvCxnSpPr>
        <p:spPr>
          <a:xfrm rot="10800000">
            <a:off x="6627513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87" name="Google Shape;487;p49"/>
          <p:cNvSpPr txBox="1"/>
          <p:nvPr>
            <p:ph idx="7" type="subTitle"/>
          </p:nvPr>
        </p:nvSpPr>
        <p:spPr>
          <a:xfrm>
            <a:off x="6624650" y="3356860"/>
            <a:ext cx="19170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88" name="Google Shape;488;p49"/>
          <p:cNvSpPr txBox="1"/>
          <p:nvPr>
            <p:ph idx="8" type="subTitle"/>
          </p:nvPr>
        </p:nvSpPr>
        <p:spPr>
          <a:xfrm>
            <a:off x="6624650" y="3167814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 Timeline 8 points">
  <p:cSld name="CUSTOM_16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91" name="Google Shape;491;p50"/>
          <p:cNvCxnSpPr/>
          <p:nvPr/>
        </p:nvCxnSpPr>
        <p:spPr>
          <a:xfrm>
            <a:off x="-7807" y="3117950"/>
            <a:ext cx="9150300" cy="0"/>
          </a:xfrm>
          <a:prstGeom prst="straightConnector1">
            <a:avLst/>
          </a:prstGeom>
          <a:noFill/>
          <a:ln cap="flat" cmpd="sng" w="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50"/>
          <p:cNvCxnSpPr/>
          <p:nvPr/>
        </p:nvCxnSpPr>
        <p:spPr>
          <a:xfrm>
            <a:off x="6053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93" name="Google Shape;493;p50"/>
          <p:cNvSpPr txBox="1"/>
          <p:nvPr>
            <p:ph idx="1" type="subTitle"/>
          </p:nvPr>
        </p:nvSpPr>
        <p:spPr>
          <a:xfrm>
            <a:off x="602475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4" name="Google Shape;494;p50"/>
          <p:cNvSpPr txBox="1"/>
          <p:nvPr>
            <p:ph idx="2" type="subTitle"/>
          </p:nvPr>
        </p:nvSpPr>
        <p:spPr>
          <a:xfrm>
            <a:off x="602475" y="2883587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95" name="Google Shape;495;p50"/>
          <p:cNvCxnSpPr/>
          <p:nvPr/>
        </p:nvCxnSpPr>
        <p:spPr>
          <a:xfrm>
            <a:off x="2431133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96" name="Google Shape;496;p50"/>
          <p:cNvSpPr txBox="1"/>
          <p:nvPr>
            <p:ph idx="3" type="subTitle"/>
          </p:nvPr>
        </p:nvSpPr>
        <p:spPr>
          <a:xfrm>
            <a:off x="2428269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7" name="Google Shape;497;p50"/>
          <p:cNvSpPr txBox="1"/>
          <p:nvPr>
            <p:ph idx="4" type="subTitle"/>
          </p:nvPr>
        </p:nvSpPr>
        <p:spPr>
          <a:xfrm>
            <a:off x="2428269" y="2883581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98" name="Google Shape;498;p50"/>
          <p:cNvCxnSpPr/>
          <p:nvPr/>
        </p:nvCxnSpPr>
        <p:spPr>
          <a:xfrm rot="10800000">
            <a:off x="154727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99" name="Google Shape;499;p50"/>
          <p:cNvSpPr txBox="1"/>
          <p:nvPr>
            <p:ph idx="5" type="subTitle"/>
          </p:nvPr>
        </p:nvSpPr>
        <p:spPr>
          <a:xfrm>
            <a:off x="1544413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0" name="Google Shape;500;p50"/>
          <p:cNvSpPr txBox="1"/>
          <p:nvPr>
            <p:ph idx="6" type="subTitle"/>
          </p:nvPr>
        </p:nvSpPr>
        <p:spPr>
          <a:xfrm>
            <a:off x="1544413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1" name="Google Shape;501;p50"/>
          <p:cNvCxnSpPr/>
          <p:nvPr/>
        </p:nvCxnSpPr>
        <p:spPr>
          <a:xfrm rot="10800000">
            <a:off x="3359238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02" name="Google Shape;502;p50"/>
          <p:cNvSpPr txBox="1"/>
          <p:nvPr>
            <p:ph idx="7" type="subTitle"/>
          </p:nvPr>
        </p:nvSpPr>
        <p:spPr>
          <a:xfrm>
            <a:off x="3356375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3" name="Google Shape;503;p50"/>
          <p:cNvSpPr txBox="1"/>
          <p:nvPr>
            <p:ph idx="8" type="subTitle"/>
          </p:nvPr>
        </p:nvSpPr>
        <p:spPr>
          <a:xfrm>
            <a:off x="3356375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4" name="Google Shape;504;p50"/>
          <p:cNvCxnSpPr/>
          <p:nvPr/>
        </p:nvCxnSpPr>
        <p:spPr>
          <a:xfrm>
            <a:off x="4288168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05" name="Google Shape;505;p50"/>
          <p:cNvSpPr txBox="1"/>
          <p:nvPr>
            <p:ph idx="9" type="subTitle"/>
          </p:nvPr>
        </p:nvSpPr>
        <p:spPr>
          <a:xfrm>
            <a:off x="4285305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6" name="Google Shape;506;p50"/>
          <p:cNvSpPr txBox="1"/>
          <p:nvPr>
            <p:ph idx="13" type="subTitle"/>
          </p:nvPr>
        </p:nvSpPr>
        <p:spPr>
          <a:xfrm>
            <a:off x="4285305" y="2883581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7" name="Google Shape;507;p50"/>
          <p:cNvCxnSpPr/>
          <p:nvPr/>
        </p:nvCxnSpPr>
        <p:spPr>
          <a:xfrm rot="10800000">
            <a:off x="5196388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08" name="Google Shape;508;p50"/>
          <p:cNvSpPr txBox="1"/>
          <p:nvPr>
            <p:ph idx="14" type="subTitle"/>
          </p:nvPr>
        </p:nvSpPr>
        <p:spPr>
          <a:xfrm>
            <a:off x="5193525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9" name="Google Shape;509;p50"/>
          <p:cNvSpPr txBox="1"/>
          <p:nvPr>
            <p:ph idx="15" type="subTitle"/>
          </p:nvPr>
        </p:nvSpPr>
        <p:spPr>
          <a:xfrm>
            <a:off x="5193525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10" name="Google Shape;510;p50"/>
          <p:cNvCxnSpPr/>
          <p:nvPr/>
        </p:nvCxnSpPr>
        <p:spPr>
          <a:xfrm>
            <a:off x="6125318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11" name="Google Shape;511;p50"/>
          <p:cNvSpPr txBox="1"/>
          <p:nvPr>
            <p:ph idx="16" type="subTitle"/>
          </p:nvPr>
        </p:nvSpPr>
        <p:spPr>
          <a:xfrm>
            <a:off x="6122455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12" name="Google Shape;512;p50"/>
          <p:cNvSpPr txBox="1"/>
          <p:nvPr>
            <p:ph idx="17" type="subTitle"/>
          </p:nvPr>
        </p:nvSpPr>
        <p:spPr>
          <a:xfrm>
            <a:off x="6122455" y="2883581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13" name="Google Shape;513;p50"/>
          <p:cNvCxnSpPr/>
          <p:nvPr/>
        </p:nvCxnSpPr>
        <p:spPr>
          <a:xfrm rot="10800000">
            <a:off x="7010115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14" name="Google Shape;514;p50"/>
          <p:cNvSpPr txBox="1"/>
          <p:nvPr>
            <p:ph idx="18" type="subTitle"/>
          </p:nvPr>
        </p:nvSpPr>
        <p:spPr>
          <a:xfrm>
            <a:off x="7007253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15" name="Google Shape;515;p50"/>
          <p:cNvSpPr txBox="1"/>
          <p:nvPr>
            <p:ph idx="19" type="subTitle"/>
          </p:nvPr>
        </p:nvSpPr>
        <p:spPr>
          <a:xfrm>
            <a:off x="7007253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 Timeline 12 points">
  <p:cSld name="CUSTOM_16_1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7" name="Google Shape;517;p51"/>
          <p:cNvCxnSpPr/>
          <p:nvPr/>
        </p:nvCxnSpPr>
        <p:spPr>
          <a:xfrm>
            <a:off x="-7807" y="3117950"/>
            <a:ext cx="9150300" cy="0"/>
          </a:xfrm>
          <a:prstGeom prst="straightConnector1">
            <a:avLst/>
          </a:prstGeom>
          <a:noFill/>
          <a:ln cap="flat" cmpd="sng" w="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5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19" name="Google Shape;519;p51"/>
          <p:cNvCxnSpPr/>
          <p:nvPr/>
        </p:nvCxnSpPr>
        <p:spPr>
          <a:xfrm>
            <a:off x="6053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0" name="Google Shape;520;p51"/>
          <p:cNvSpPr txBox="1"/>
          <p:nvPr>
            <p:ph idx="1" type="subTitle"/>
          </p:nvPr>
        </p:nvSpPr>
        <p:spPr>
          <a:xfrm>
            <a:off x="602475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21" name="Google Shape;521;p51"/>
          <p:cNvSpPr txBox="1"/>
          <p:nvPr>
            <p:ph idx="2" type="subTitle"/>
          </p:nvPr>
        </p:nvSpPr>
        <p:spPr>
          <a:xfrm>
            <a:off x="602475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2" name="Google Shape;522;p51"/>
          <p:cNvCxnSpPr/>
          <p:nvPr/>
        </p:nvCxnSpPr>
        <p:spPr>
          <a:xfrm rot="10800000">
            <a:off x="154727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3" name="Google Shape;523;p51"/>
          <p:cNvSpPr txBox="1"/>
          <p:nvPr>
            <p:ph idx="3" type="subTitle"/>
          </p:nvPr>
        </p:nvSpPr>
        <p:spPr>
          <a:xfrm>
            <a:off x="1544413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24" name="Google Shape;524;p51"/>
          <p:cNvSpPr txBox="1"/>
          <p:nvPr>
            <p:ph idx="4" type="subTitle"/>
          </p:nvPr>
        </p:nvSpPr>
        <p:spPr>
          <a:xfrm>
            <a:off x="1544413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5" name="Google Shape;525;p51"/>
          <p:cNvCxnSpPr/>
          <p:nvPr/>
        </p:nvCxnSpPr>
        <p:spPr>
          <a:xfrm>
            <a:off x="182058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6" name="Google Shape;526;p51"/>
          <p:cNvSpPr txBox="1"/>
          <p:nvPr>
            <p:ph idx="5" type="subTitle"/>
          </p:nvPr>
        </p:nvSpPr>
        <p:spPr>
          <a:xfrm>
            <a:off x="1817725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27" name="Google Shape;527;p51"/>
          <p:cNvSpPr txBox="1"/>
          <p:nvPr>
            <p:ph idx="6" type="subTitle"/>
          </p:nvPr>
        </p:nvSpPr>
        <p:spPr>
          <a:xfrm>
            <a:off x="1817725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8" name="Google Shape;528;p51"/>
          <p:cNvCxnSpPr/>
          <p:nvPr/>
        </p:nvCxnSpPr>
        <p:spPr>
          <a:xfrm rot="10800000">
            <a:off x="276252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9" name="Google Shape;529;p51"/>
          <p:cNvSpPr txBox="1"/>
          <p:nvPr>
            <p:ph idx="7" type="subTitle"/>
          </p:nvPr>
        </p:nvSpPr>
        <p:spPr>
          <a:xfrm>
            <a:off x="2759663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0" name="Google Shape;530;p51"/>
          <p:cNvSpPr txBox="1"/>
          <p:nvPr>
            <p:ph idx="8" type="subTitle"/>
          </p:nvPr>
        </p:nvSpPr>
        <p:spPr>
          <a:xfrm>
            <a:off x="2759663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31" name="Google Shape;531;p51"/>
          <p:cNvCxnSpPr/>
          <p:nvPr/>
        </p:nvCxnSpPr>
        <p:spPr>
          <a:xfrm>
            <a:off x="30276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32" name="Google Shape;532;p51"/>
          <p:cNvSpPr txBox="1"/>
          <p:nvPr>
            <p:ph idx="9" type="subTitle"/>
          </p:nvPr>
        </p:nvSpPr>
        <p:spPr>
          <a:xfrm>
            <a:off x="3024775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3" name="Google Shape;533;p51"/>
          <p:cNvSpPr txBox="1"/>
          <p:nvPr>
            <p:ph idx="13" type="subTitle"/>
          </p:nvPr>
        </p:nvSpPr>
        <p:spPr>
          <a:xfrm>
            <a:off x="3024775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34" name="Google Shape;534;p51"/>
          <p:cNvCxnSpPr/>
          <p:nvPr/>
        </p:nvCxnSpPr>
        <p:spPr>
          <a:xfrm rot="10800000">
            <a:off x="396957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35" name="Google Shape;535;p51"/>
          <p:cNvSpPr txBox="1"/>
          <p:nvPr>
            <p:ph idx="14" type="subTitle"/>
          </p:nvPr>
        </p:nvSpPr>
        <p:spPr>
          <a:xfrm>
            <a:off x="3966713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6" name="Google Shape;536;p51"/>
          <p:cNvSpPr txBox="1"/>
          <p:nvPr>
            <p:ph idx="15" type="subTitle"/>
          </p:nvPr>
        </p:nvSpPr>
        <p:spPr>
          <a:xfrm>
            <a:off x="3966713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37" name="Google Shape;537;p51"/>
          <p:cNvCxnSpPr/>
          <p:nvPr/>
        </p:nvCxnSpPr>
        <p:spPr>
          <a:xfrm>
            <a:off x="4225395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38" name="Google Shape;538;p51"/>
          <p:cNvSpPr txBox="1"/>
          <p:nvPr>
            <p:ph idx="16" type="subTitle"/>
          </p:nvPr>
        </p:nvSpPr>
        <p:spPr>
          <a:xfrm>
            <a:off x="4222531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9" name="Google Shape;539;p51"/>
          <p:cNvSpPr txBox="1"/>
          <p:nvPr>
            <p:ph idx="17" type="subTitle"/>
          </p:nvPr>
        </p:nvSpPr>
        <p:spPr>
          <a:xfrm>
            <a:off x="4222531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0" name="Google Shape;540;p51"/>
          <p:cNvCxnSpPr/>
          <p:nvPr/>
        </p:nvCxnSpPr>
        <p:spPr>
          <a:xfrm rot="10800000">
            <a:off x="5167332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41" name="Google Shape;541;p51"/>
          <p:cNvSpPr txBox="1"/>
          <p:nvPr>
            <p:ph idx="18" type="subTitle"/>
          </p:nvPr>
        </p:nvSpPr>
        <p:spPr>
          <a:xfrm>
            <a:off x="5164469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2" name="Google Shape;542;p51"/>
          <p:cNvSpPr txBox="1"/>
          <p:nvPr>
            <p:ph idx="19" type="subTitle"/>
          </p:nvPr>
        </p:nvSpPr>
        <p:spPr>
          <a:xfrm>
            <a:off x="5164469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3" name="Google Shape;543;p51"/>
          <p:cNvCxnSpPr/>
          <p:nvPr/>
        </p:nvCxnSpPr>
        <p:spPr>
          <a:xfrm>
            <a:off x="5430390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44" name="Google Shape;544;p51"/>
          <p:cNvSpPr txBox="1"/>
          <p:nvPr>
            <p:ph idx="20" type="subTitle"/>
          </p:nvPr>
        </p:nvSpPr>
        <p:spPr>
          <a:xfrm>
            <a:off x="5427526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5" name="Google Shape;545;p51"/>
          <p:cNvSpPr txBox="1"/>
          <p:nvPr>
            <p:ph idx="21" type="subTitle"/>
          </p:nvPr>
        </p:nvSpPr>
        <p:spPr>
          <a:xfrm>
            <a:off x="5427526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6" name="Google Shape;546;p51"/>
          <p:cNvCxnSpPr/>
          <p:nvPr/>
        </p:nvCxnSpPr>
        <p:spPr>
          <a:xfrm rot="10800000">
            <a:off x="6372327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47" name="Google Shape;547;p51"/>
          <p:cNvSpPr txBox="1"/>
          <p:nvPr>
            <p:ph idx="22" type="subTitle"/>
          </p:nvPr>
        </p:nvSpPr>
        <p:spPr>
          <a:xfrm>
            <a:off x="6369464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8" name="Google Shape;548;p51"/>
          <p:cNvSpPr txBox="1"/>
          <p:nvPr>
            <p:ph idx="23" type="subTitle"/>
          </p:nvPr>
        </p:nvSpPr>
        <p:spPr>
          <a:xfrm>
            <a:off x="6369464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9" name="Google Shape;549;p51"/>
          <p:cNvCxnSpPr/>
          <p:nvPr/>
        </p:nvCxnSpPr>
        <p:spPr>
          <a:xfrm>
            <a:off x="6630215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50" name="Google Shape;550;p51"/>
          <p:cNvSpPr txBox="1"/>
          <p:nvPr>
            <p:ph idx="24" type="subTitle"/>
          </p:nvPr>
        </p:nvSpPr>
        <p:spPr>
          <a:xfrm>
            <a:off x="6627351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51" name="Google Shape;551;p51"/>
          <p:cNvSpPr txBox="1"/>
          <p:nvPr>
            <p:ph idx="25" type="subTitle"/>
          </p:nvPr>
        </p:nvSpPr>
        <p:spPr>
          <a:xfrm>
            <a:off x="6627351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52" name="Google Shape;552;p51"/>
          <p:cNvCxnSpPr/>
          <p:nvPr/>
        </p:nvCxnSpPr>
        <p:spPr>
          <a:xfrm rot="10800000">
            <a:off x="7572152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53" name="Google Shape;553;p51"/>
          <p:cNvSpPr txBox="1"/>
          <p:nvPr>
            <p:ph idx="26" type="subTitle"/>
          </p:nvPr>
        </p:nvSpPr>
        <p:spPr>
          <a:xfrm>
            <a:off x="7569289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54" name="Google Shape;554;p51"/>
          <p:cNvSpPr txBox="1"/>
          <p:nvPr>
            <p:ph idx="27" type="subTitle"/>
          </p:nvPr>
        </p:nvSpPr>
        <p:spPr>
          <a:xfrm>
            <a:off x="7569289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Timeline 9 points">
  <p:cSld name="CUSTOM_17">
    <p:bg>
      <p:bgPr>
        <a:solidFill>
          <a:schemeClr val="lt2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2"/>
          <p:cNvSpPr txBox="1"/>
          <p:nvPr>
            <p:ph idx="1" type="body"/>
          </p:nvPr>
        </p:nvSpPr>
        <p:spPr>
          <a:xfrm>
            <a:off x="599613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557" name="Google Shape;557;p52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8" name="Google Shape;558;p52"/>
          <p:cNvSpPr/>
          <p:nvPr/>
        </p:nvSpPr>
        <p:spPr>
          <a:xfrm>
            <a:off x="602463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52"/>
          <p:cNvSpPr/>
          <p:nvPr/>
        </p:nvSpPr>
        <p:spPr>
          <a:xfrm>
            <a:off x="1472280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52"/>
          <p:cNvSpPr/>
          <p:nvPr/>
        </p:nvSpPr>
        <p:spPr>
          <a:xfrm>
            <a:off x="2342097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1" name="Google Shape;561;p52"/>
          <p:cNvSpPr/>
          <p:nvPr/>
        </p:nvSpPr>
        <p:spPr>
          <a:xfrm>
            <a:off x="3211914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2" name="Google Shape;562;p52"/>
          <p:cNvSpPr/>
          <p:nvPr/>
        </p:nvSpPr>
        <p:spPr>
          <a:xfrm>
            <a:off x="4081731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4951548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5821366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52"/>
          <p:cNvSpPr/>
          <p:nvPr/>
        </p:nvSpPr>
        <p:spPr>
          <a:xfrm>
            <a:off x="6691183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p52"/>
          <p:cNvSpPr/>
          <p:nvPr/>
        </p:nvSpPr>
        <p:spPr>
          <a:xfrm>
            <a:off x="7561000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7" name="Google Shape;567;p52"/>
          <p:cNvCxnSpPr/>
          <p:nvPr/>
        </p:nvCxnSpPr>
        <p:spPr>
          <a:xfrm>
            <a:off x="695863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52"/>
          <p:cNvSpPr txBox="1"/>
          <p:nvPr>
            <p:ph idx="2" type="body"/>
          </p:nvPr>
        </p:nvSpPr>
        <p:spPr>
          <a:xfrm>
            <a:off x="1447338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69" name="Google Shape;569;p52"/>
          <p:cNvCxnSpPr/>
          <p:nvPr/>
        </p:nvCxnSpPr>
        <p:spPr>
          <a:xfrm>
            <a:off x="1562638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52"/>
          <p:cNvSpPr txBox="1"/>
          <p:nvPr>
            <p:ph idx="3" type="body"/>
          </p:nvPr>
        </p:nvSpPr>
        <p:spPr>
          <a:xfrm>
            <a:off x="2342100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1" name="Google Shape;571;p52"/>
          <p:cNvCxnSpPr/>
          <p:nvPr/>
        </p:nvCxnSpPr>
        <p:spPr>
          <a:xfrm>
            <a:off x="2438350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52"/>
          <p:cNvSpPr txBox="1"/>
          <p:nvPr>
            <p:ph idx="4" type="body"/>
          </p:nvPr>
        </p:nvSpPr>
        <p:spPr>
          <a:xfrm>
            <a:off x="3189825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3" name="Google Shape;573;p52"/>
          <p:cNvCxnSpPr/>
          <p:nvPr/>
        </p:nvCxnSpPr>
        <p:spPr>
          <a:xfrm>
            <a:off x="3305125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52"/>
          <p:cNvSpPr txBox="1"/>
          <p:nvPr>
            <p:ph idx="5" type="body"/>
          </p:nvPr>
        </p:nvSpPr>
        <p:spPr>
          <a:xfrm>
            <a:off x="4081738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5" name="Google Shape;575;p52"/>
          <p:cNvCxnSpPr/>
          <p:nvPr/>
        </p:nvCxnSpPr>
        <p:spPr>
          <a:xfrm>
            <a:off x="4177988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52"/>
          <p:cNvSpPr txBox="1"/>
          <p:nvPr>
            <p:ph idx="6" type="body"/>
          </p:nvPr>
        </p:nvSpPr>
        <p:spPr>
          <a:xfrm>
            <a:off x="4929463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7" name="Google Shape;577;p52"/>
          <p:cNvCxnSpPr/>
          <p:nvPr/>
        </p:nvCxnSpPr>
        <p:spPr>
          <a:xfrm>
            <a:off x="5044763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52"/>
          <p:cNvSpPr txBox="1"/>
          <p:nvPr>
            <p:ph idx="7" type="body"/>
          </p:nvPr>
        </p:nvSpPr>
        <p:spPr>
          <a:xfrm>
            <a:off x="5821363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9" name="Google Shape;579;p52"/>
          <p:cNvCxnSpPr/>
          <p:nvPr/>
        </p:nvCxnSpPr>
        <p:spPr>
          <a:xfrm>
            <a:off x="5917613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52"/>
          <p:cNvSpPr txBox="1"/>
          <p:nvPr>
            <p:ph idx="8" type="body"/>
          </p:nvPr>
        </p:nvSpPr>
        <p:spPr>
          <a:xfrm>
            <a:off x="6669088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81" name="Google Shape;581;p52"/>
          <p:cNvCxnSpPr/>
          <p:nvPr/>
        </p:nvCxnSpPr>
        <p:spPr>
          <a:xfrm>
            <a:off x="6784388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52"/>
          <p:cNvSpPr txBox="1"/>
          <p:nvPr>
            <p:ph idx="9" type="body"/>
          </p:nvPr>
        </p:nvSpPr>
        <p:spPr>
          <a:xfrm>
            <a:off x="7563863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83" name="Google Shape;583;p52"/>
          <p:cNvCxnSpPr/>
          <p:nvPr/>
        </p:nvCxnSpPr>
        <p:spPr>
          <a:xfrm>
            <a:off x="7660113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52"/>
          <p:cNvSpPr txBox="1"/>
          <p:nvPr>
            <p:ph idx="13" type="subTitle"/>
          </p:nvPr>
        </p:nvSpPr>
        <p:spPr>
          <a:xfrm>
            <a:off x="761900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5" name="Google Shape;585;p52"/>
          <p:cNvSpPr txBox="1"/>
          <p:nvPr>
            <p:ph idx="14" type="subTitle"/>
          </p:nvPr>
        </p:nvSpPr>
        <p:spPr>
          <a:xfrm>
            <a:off x="1585575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6" name="Google Shape;586;p52"/>
          <p:cNvSpPr txBox="1"/>
          <p:nvPr>
            <p:ph idx="15" type="subTitle"/>
          </p:nvPr>
        </p:nvSpPr>
        <p:spPr>
          <a:xfrm>
            <a:off x="2500250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7" name="Google Shape;587;p52"/>
          <p:cNvSpPr txBox="1"/>
          <p:nvPr>
            <p:ph idx="16" type="subTitle"/>
          </p:nvPr>
        </p:nvSpPr>
        <p:spPr>
          <a:xfrm>
            <a:off x="3347638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8" name="Google Shape;588;p52"/>
          <p:cNvSpPr txBox="1"/>
          <p:nvPr>
            <p:ph idx="17" type="subTitle"/>
          </p:nvPr>
        </p:nvSpPr>
        <p:spPr>
          <a:xfrm>
            <a:off x="4216813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9" name="Google Shape;589;p52"/>
          <p:cNvSpPr txBox="1"/>
          <p:nvPr>
            <p:ph idx="18" type="subTitle"/>
          </p:nvPr>
        </p:nvSpPr>
        <p:spPr>
          <a:xfrm>
            <a:off x="5040488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52"/>
          <p:cNvSpPr txBox="1"/>
          <p:nvPr>
            <p:ph idx="19" type="subTitle"/>
          </p:nvPr>
        </p:nvSpPr>
        <p:spPr>
          <a:xfrm>
            <a:off x="5955163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52"/>
          <p:cNvSpPr txBox="1"/>
          <p:nvPr>
            <p:ph idx="20" type="subTitle"/>
          </p:nvPr>
        </p:nvSpPr>
        <p:spPr>
          <a:xfrm>
            <a:off x="6802550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2" name="Google Shape;592;p52"/>
          <p:cNvSpPr txBox="1"/>
          <p:nvPr>
            <p:ph idx="21" type="subTitle"/>
          </p:nvPr>
        </p:nvSpPr>
        <p:spPr>
          <a:xfrm>
            <a:off x="7673663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Timeline road pale blue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3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5" name="Google Shape;595;p53"/>
          <p:cNvSpPr txBox="1"/>
          <p:nvPr>
            <p:ph idx="1" type="body"/>
          </p:nvPr>
        </p:nvSpPr>
        <p:spPr>
          <a:xfrm>
            <a:off x="2411016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96" name="Google Shape;596;p53"/>
          <p:cNvCxnSpPr/>
          <p:nvPr/>
        </p:nvCxnSpPr>
        <p:spPr>
          <a:xfrm>
            <a:off x="2362738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53"/>
          <p:cNvSpPr/>
          <p:nvPr>
            <p:ph idx="2" type="pic"/>
          </p:nvPr>
        </p:nvSpPr>
        <p:spPr>
          <a:xfrm>
            <a:off x="2381250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598" name="Google Shape;598;p53"/>
          <p:cNvSpPr txBox="1"/>
          <p:nvPr>
            <p:ph idx="3" type="body"/>
          </p:nvPr>
        </p:nvSpPr>
        <p:spPr>
          <a:xfrm>
            <a:off x="6421941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99" name="Google Shape;599;p53"/>
          <p:cNvCxnSpPr/>
          <p:nvPr/>
        </p:nvCxnSpPr>
        <p:spPr>
          <a:xfrm>
            <a:off x="6373663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53"/>
          <p:cNvSpPr/>
          <p:nvPr>
            <p:ph idx="4" type="pic"/>
          </p:nvPr>
        </p:nvSpPr>
        <p:spPr>
          <a:xfrm>
            <a:off x="6392176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53"/>
          <p:cNvSpPr txBox="1"/>
          <p:nvPr>
            <p:ph idx="5" type="body"/>
          </p:nvPr>
        </p:nvSpPr>
        <p:spPr>
          <a:xfrm>
            <a:off x="4416479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02" name="Google Shape;602;p53"/>
          <p:cNvCxnSpPr/>
          <p:nvPr/>
        </p:nvCxnSpPr>
        <p:spPr>
          <a:xfrm>
            <a:off x="4368201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53"/>
          <p:cNvSpPr/>
          <p:nvPr>
            <p:ph idx="6" type="pic"/>
          </p:nvPr>
        </p:nvSpPr>
        <p:spPr>
          <a:xfrm>
            <a:off x="4386713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53"/>
          <p:cNvSpPr txBox="1"/>
          <p:nvPr>
            <p:ph idx="7" type="body"/>
          </p:nvPr>
        </p:nvSpPr>
        <p:spPr>
          <a:xfrm>
            <a:off x="1406448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05" name="Google Shape;605;p53"/>
          <p:cNvCxnSpPr/>
          <p:nvPr/>
        </p:nvCxnSpPr>
        <p:spPr>
          <a:xfrm>
            <a:off x="1358175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53"/>
          <p:cNvSpPr/>
          <p:nvPr>
            <p:ph idx="8" type="pic"/>
          </p:nvPr>
        </p:nvSpPr>
        <p:spPr>
          <a:xfrm>
            <a:off x="1376682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53"/>
          <p:cNvSpPr txBox="1"/>
          <p:nvPr>
            <p:ph idx="9" type="body"/>
          </p:nvPr>
        </p:nvSpPr>
        <p:spPr>
          <a:xfrm>
            <a:off x="3385860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08" name="Google Shape;608;p53"/>
          <p:cNvCxnSpPr/>
          <p:nvPr/>
        </p:nvCxnSpPr>
        <p:spPr>
          <a:xfrm>
            <a:off x="3337588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53"/>
          <p:cNvSpPr/>
          <p:nvPr>
            <p:ph idx="13" type="pic"/>
          </p:nvPr>
        </p:nvSpPr>
        <p:spPr>
          <a:xfrm>
            <a:off x="3356095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53"/>
          <p:cNvSpPr txBox="1"/>
          <p:nvPr>
            <p:ph idx="14" type="body"/>
          </p:nvPr>
        </p:nvSpPr>
        <p:spPr>
          <a:xfrm>
            <a:off x="5365273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11" name="Google Shape;611;p53"/>
          <p:cNvCxnSpPr/>
          <p:nvPr/>
        </p:nvCxnSpPr>
        <p:spPr>
          <a:xfrm>
            <a:off x="5317000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53"/>
          <p:cNvSpPr/>
          <p:nvPr>
            <p:ph idx="15" type="pic"/>
          </p:nvPr>
        </p:nvSpPr>
        <p:spPr>
          <a:xfrm>
            <a:off x="5335507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53"/>
          <p:cNvSpPr txBox="1"/>
          <p:nvPr>
            <p:ph idx="16" type="body"/>
          </p:nvPr>
        </p:nvSpPr>
        <p:spPr>
          <a:xfrm>
            <a:off x="7344685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14" name="Google Shape;614;p53"/>
          <p:cNvCxnSpPr/>
          <p:nvPr/>
        </p:nvCxnSpPr>
        <p:spPr>
          <a:xfrm>
            <a:off x="7296413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53"/>
          <p:cNvSpPr/>
          <p:nvPr>
            <p:ph idx="17" type="pic"/>
          </p:nvPr>
        </p:nvSpPr>
        <p:spPr>
          <a:xfrm>
            <a:off x="7314920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 Timeline road blue">
  <p:cSld name="CUSTOM_18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4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8" name="Google Shape;618;p54"/>
          <p:cNvSpPr txBox="1"/>
          <p:nvPr>
            <p:ph idx="1" type="body"/>
          </p:nvPr>
        </p:nvSpPr>
        <p:spPr>
          <a:xfrm>
            <a:off x="2411016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19" name="Google Shape;619;p54"/>
          <p:cNvCxnSpPr/>
          <p:nvPr/>
        </p:nvCxnSpPr>
        <p:spPr>
          <a:xfrm>
            <a:off x="2362738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54"/>
          <p:cNvSpPr/>
          <p:nvPr>
            <p:ph idx="2" type="pic"/>
          </p:nvPr>
        </p:nvSpPr>
        <p:spPr>
          <a:xfrm>
            <a:off x="2381250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1" name="Google Shape;621;p54"/>
          <p:cNvSpPr txBox="1"/>
          <p:nvPr>
            <p:ph idx="3" type="body"/>
          </p:nvPr>
        </p:nvSpPr>
        <p:spPr>
          <a:xfrm>
            <a:off x="6421941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22" name="Google Shape;622;p54"/>
          <p:cNvCxnSpPr/>
          <p:nvPr/>
        </p:nvCxnSpPr>
        <p:spPr>
          <a:xfrm>
            <a:off x="6373663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54"/>
          <p:cNvSpPr/>
          <p:nvPr>
            <p:ph idx="4" type="pic"/>
          </p:nvPr>
        </p:nvSpPr>
        <p:spPr>
          <a:xfrm>
            <a:off x="6392176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54"/>
          <p:cNvSpPr txBox="1"/>
          <p:nvPr>
            <p:ph idx="5" type="body"/>
          </p:nvPr>
        </p:nvSpPr>
        <p:spPr>
          <a:xfrm>
            <a:off x="4416479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25" name="Google Shape;625;p54"/>
          <p:cNvCxnSpPr/>
          <p:nvPr/>
        </p:nvCxnSpPr>
        <p:spPr>
          <a:xfrm>
            <a:off x="4368201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54"/>
          <p:cNvSpPr/>
          <p:nvPr>
            <p:ph idx="6" type="pic"/>
          </p:nvPr>
        </p:nvSpPr>
        <p:spPr>
          <a:xfrm>
            <a:off x="4386713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54"/>
          <p:cNvSpPr txBox="1"/>
          <p:nvPr>
            <p:ph idx="7" type="body"/>
          </p:nvPr>
        </p:nvSpPr>
        <p:spPr>
          <a:xfrm>
            <a:off x="1406448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28" name="Google Shape;628;p54"/>
          <p:cNvCxnSpPr/>
          <p:nvPr/>
        </p:nvCxnSpPr>
        <p:spPr>
          <a:xfrm>
            <a:off x="1358175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54"/>
          <p:cNvSpPr/>
          <p:nvPr>
            <p:ph idx="8" type="pic"/>
          </p:nvPr>
        </p:nvSpPr>
        <p:spPr>
          <a:xfrm>
            <a:off x="1376682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4"/>
          <p:cNvSpPr txBox="1"/>
          <p:nvPr>
            <p:ph idx="9" type="body"/>
          </p:nvPr>
        </p:nvSpPr>
        <p:spPr>
          <a:xfrm>
            <a:off x="3385860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1" name="Google Shape;631;p54"/>
          <p:cNvCxnSpPr/>
          <p:nvPr/>
        </p:nvCxnSpPr>
        <p:spPr>
          <a:xfrm>
            <a:off x="3337588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4"/>
          <p:cNvSpPr/>
          <p:nvPr>
            <p:ph idx="13" type="pic"/>
          </p:nvPr>
        </p:nvSpPr>
        <p:spPr>
          <a:xfrm>
            <a:off x="3356095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54"/>
          <p:cNvSpPr txBox="1"/>
          <p:nvPr>
            <p:ph idx="14" type="body"/>
          </p:nvPr>
        </p:nvSpPr>
        <p:spPr>
          <a:xfrm>
            <a:off x="5365273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4" name="Google Shape;634;p54"/>
          <p:cNvCxnSpPr/>
          <p:nvPr/>
        </p:nvCxnSpPr>
        <p:spPr>
          <a:xfrm>
            <a:off x="5317000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54"/>
          <p:cNvSpPr/>
          <p:nvPr>
            <p:ph idx="15" type="pic"/>
          </p:nvPr>
        </p:nvSpPr>
        <p:spPr>
          <a:xfrm>
            <a:off x="5335507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6" name="Google Shape;636;p54"/>
          <p:cNvSpPr txBox="1"/>
          <p:nvPr>
            <p:ph idx="16" type="body"/>
          </p:nvPr>
        </p:nvSpPr>
        <p:spPr>
          <a:xfrm>
            <a:off x="7344685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7" name="Google Shape;637;p54"/>
          <p:cNvCxnSpPr/>
          <p:nvPr/>
        </p:nvCxnSpPr>
        <p:spPr>
          <a:xfrm>
            <a:off x="7296413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54"/>
          <p:cNvSpPr/>
          <p:nvPr>
            <p:ph idx="17" type="pic"/>
          </p:nvPr>
        </p:nvSpPr>
        <p:spPr>
          <a:xfrm>
            <a:off x="7314920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54"/>
          <p:cNvSpPr txBox="1"/>
          <p:nvPr/>
        </p:nvSpPr>
        <p:spPr>
          <a:xfrm>
            <a:off x="9324075" y="331163"/>
            <a:ext cx="18828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ICONS INFO</a:t>
            </a:r>
            <a:br>
              <a:rPr b="1" lang="en-GB" sz="9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9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Man kunne skrive en tekst her og skrive stien ind til jeres ikoner</a:t>
            </a:r>
            <a:endParaRPr sz="900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 Big statement orange">
  <p:cSld name="CUSTOM_19">
    <p:bg>
      <p:bgPr>
        <a:solidFill>
          <a:schemeClr val="accent3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55" title="agenda splash orange 10 pct opacity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9509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5"/>
          <p:cNvSpPr txBox="1"/>
          <p:nvPr>
            <p:ph type="title"/>
          </p:nvPr>
        </p:nvSpPr>
        <p:spPr>
          <a:xfrm>
            <a:off x="602463" y="1600200"/>
            <a:ext cx="7939200" cy="194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 Big statement blue">
  <p:cSld name="CUSTOM_19_1">
    <p:bg>
      <p:bgPr>
        <a:solidFill>
          <a:schemeClr val="dk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56" title="agenda splash blue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4475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6"/>
          <p:cNvSpPr txBox="1"/>
          <p:nvPr>
            <p:ph type="title"/>
          </p:nvPr>
        </p:nvSpPr>
        <p:spPr>
          <a:xfrm>
            <a:off x="602463" y="1600200"/>
            <a:ext cx="7939200" cy="194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 Big statement text box secondary blue">
  <p:cSld name="CUSTOM_2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7"/>
          <p:cNvSpPr/>
          <p:nvPr/>
        </p:nvSpPr>
        <p:spPr>
          <a:xfrm>
            <a:off x="5274475" y="600075"/>
            <a:ext cx="3267000" cy="2307900"/>
          </a:xfrm>
          <a:prstGeom prst="roundRect">
            <a:avLst>
              <a:gd fmla="val 943" name="adj"/>
            </a:avLst>
          </a:prstGeom>
          <a:solidFill>
            <a:schemeClr val="accent4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" name="Google Shape;648;p57"/>
          <p:cNvSpPr txBox="1"/>
          <p:nvPr>
            <p:ph idx="1" type="subTitle"/>
          </p:nvPr>
        </p:nvSpPr>
        <p:spPr>
          <a:xfrm>
            <a:off x="5599550" y="600075"/>
            <a:ext cx="2648400" cy="2307900"/>
          </a:xfrm>
          <a:prstGeom prst="rect">
            <a:avLst/>
          </a:prstGeom>
        </p:spPr>
        <p:txBody>
          <a:bodyPr anchorCtr="0" anchor="ctr" bIns="45725" lIns="45725" spcFirstLastPara="1" rIns="45725" wrap="square" tIns="1905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 Big statement text box blue">
  <p:cSld name="CUSTOM_20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8"/>
          <p:cNvSpPr/>
          <p:nvPr/>
        </p:nvSpPr>
        <p:spPr>
          <a:xfrm>
            <a:off x="5274475" y="600075"/>
            <a:ext cx="3267000" cy="23079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1" name="Google Shape;651;p58"/>
          <p:cNvSpPr txBox="1"/>
          <p:nvPr>
            <p:ph idx="1" type="subTitle"/>
          </p:nvPr>
        </p:nvSpPr>
        <p:spPr>
          <a:xfrm>
            <a:off x="5599550" y="600075"/>
            <a:ext cx="2648400" cy="2307900"/>
          </a:xfrm>
          <a:prstGeom prst="rect">
            <a:avLst/>
          </a:prstGeom>
        </p:spPr>
        <p:txBody>
          <a:bodyPr anchorCtr="0" anchor="ctr" bIns="45725" lIns="45725" spcFirstLastPara="1" rIns="45725" wrap="square" tIns="1905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 Title slide">
  <p:cSld name="CUSTOM_2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 Blanc">
  <p:cSld name="CUSTOM_22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Endslide UK">
  <p:cSld name="CUSTOM_22_1">
    <p:bg>
      <p:bgPr>
        <a:solidFill>
          <a:schemeClr val="accent3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1" title="agenda splash orange 10 pct opacity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9509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1"/>
          <p:cNvSpPr txBox="1"/>
          <p:nvPr/>
        </p:nvSpPr>
        <p:spPr>
          <a:xfrm>
            <a:off x="534175" y="2257650"/>
            <a:ext cx="60906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Flexibility</a:t>
            </a: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the Future</a:t>
            </a:r>
            <a:endParaRPr b="1" sz="5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Endslide DK">
  <p:cSld name="CUSTOM_22_1_1">
    <p:bg>
      <p:bgPr>
        <a:solidFill>
          <a:schemeClr val="accent3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62" title="agenda splash orange 10 pct opacity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9509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62"/>
          <p:cNvSpPr txBox="1"/>
          <p:nvPr/>
        </p:nvSpPr>
        <p:spPr>
          <a:xfrm>
            <a:off x="534175" y="2257650"/>
            <a:ext cx="60906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Fleksibilitet</a:t>
            </a: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til fremtiden</a:t>
            </a:r>
            <a:endParaRPr b="1" sz="5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Endslide Cultural Beliefs">
  <p:cSld name="CUSTOM_22_1_1_1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3"/>
          <p:cNvSpPr/>
          <p:nvPr/>
        </p:nvSpPr>
        <p:spPr>
          <a:xfrm>
            <a:off x="0" y="3429000"/>
            <a:ext cx="22734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63"/>
          <p:cNvSpPr/>
          <p:nvPr/>
        </p:nvSpPr>
        <p:spPr>
          <a:xfrm>
            <a:off x="6856050" y="1714500"/>
            <a:ext cx="22842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63"/>
          <p:cNvSpPr/>
          <p:nvPr/>
        </p:nvSpPr>
        <p:spPr>
          <a:xfrm>
            <a:off x="4572000" y="0"/>
            <a:ext cx="22842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63"/>
          <p:cNvSpPr/>
          <p:nvPr/>
        </p:nvSpPr>
        <p:spPr>
          <a:xfrm>
            <a:off x="2273300" y="1714500"/>
            <a:ext cx="4582800" cy="171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63"/>
          <p:cNvSpPr txBox="1"/>
          <p:nvPr/>
        </p:nvSpPr>
        <p:spPr>
          <a:xfrm>
            <a:off x="4126855" y="2347640"/>
            <a:ext cx="23562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Our Cultural Beliefs</a:t>
            </a:r>
            <a:endParaRPr b="1" sz="15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67" name="Google Shape;66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5962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3"/>
          <p:cNvSpPr txBox="1"/>
          <p:nvPr/>
        </p:nvSpPr>
        <p:spPr>
          <a:xfrm>
            <a:off x="4944200" y="432490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#1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9" name="Google Shape;669;p63"/>
          <p:cNvSpPr txBox="1"/>
          <p:nvPr/>
        </p:nvSpPr>
        <p:spPr>
          <a:xfrm>
            <a:off x="4944200" y="815568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Are</a:t>
            </a:r>
            <a:b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Kind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70" name="Google Shape;670;p63" title="Artboard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009" y="14430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63" title="Artboard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4466" y="93790"/>
            <a:ext cx="5524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63" title="Artboard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7493" y="186168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63" title="Artboard 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41550" y="179674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63" title="Artboard 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16665" y="353578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3" title="Artboard 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50500" y="3528567"/>
            <a:ext cx="5048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3"/>
          <p:cNvSpPr txBox="1"/>
          <p:nvPr/>
        </p:nvSpPr>
        <p:spPr>
          <a:xfrm>
            <a:off x="4126855" y="2672870"/>
            <a:ext cx="19158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Shared Responsibility</a:t>
            </a:r>
            <a:endParaRPr b="1" sz="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77" name="Google Shape;677;p63" title="Artboard 7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77513" y="2050256"/>
            <a:ext cx="1095375" cy="1157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3"/>
          <p:cNvSpPr txBox="1"/>
          <p:nvPr/>
        </p:nvSpPr>
        <p:spPr>
          <a:xfrm>
            <a:off x="7214350" y="432490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#2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p63"/>
          <p:cNvSpPr txBox="1"/>
          <p:nvPr/>
        </p:nvSpPr>
        <p:spPr>
          <a:xfrm>
            <a:off x="7214350" y="815568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listen to Understand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0" name="Google Shape;680;p63"/>
          <p:cNvSpPr txBox="1"/>
          <p:nvPr/>
        </p:nvSpPr>
        <p:spPr>
          <a:xfrm>
            <a:off x="7214350" y="2135790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#4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1" name="Google Shape;681;p63"/>
          <p:cNvSpPr txBox="1"/>
          <p:nvPr/>
        </p:nvSpPr>
        <p:spPr>
          <a:xfrm>
            <a:off x="7214350" y="2518863"/>
            <a:ext cx="1180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Are</a:t>
            </a:r>
            <a:b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Superheroes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2" name="Google Shape;682;p63"/>
          <p:cNvSpPr txBox="1"/>
          <p:nvPr/>
        </p:nvSpPr>
        <p:spPr>
          <a:xfrm>
            <a:off x="375400" y="2137465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63"/>
          <p:cNvSpPr txBox="1"/>
          <p:nvPr/>
        </p:nvSpPr>
        <p:spPr>
          <a:xfrm>
            <a:off x="375400" y="2520543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Are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Courageous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4" name="Google Shape;684;p63"/>
          <p:cNvSpPr txBox="1"/>
          <p:nvPr/>
        </p:nvSpPr>
        <p:spPr>
          <a:xfrm>
            <a:off x="375400" y="3840765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#5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5" name="Google Shape;685;p63"/>
          <p:cNvSpPr txBox="1"/>
          <p:nvPr/>
        </p:nvSpPr>
        <p:spPr>
          <a:xfrm>
            <a:off x="375400" y="4223838"/>
            <a:ext cx="1180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Speak Clearly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6" name="Google Shape;686;p63"/>
          <p:cNvSpPr txBox="1"/>
          <p:nvPr/>
        </p:nvSpPr>
        <p:spPr>
          <a:xfrm>
            <a:off x="2685400" y="3840765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#6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p63"/>
          <p:cNvSpPr txBox="1"/>
          <p:nvPr/>
        </p:nvSpPr>
        <p:spPr>
          <a:xfrm>
            <a:off x="2685400" y="4223838"/>
            <a:ext cx="1180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Make</a:t>
            </a:r>
            <a:b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 Effort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8" name="Google Shape;688;p63" title="kh_visma_okt23_530-cropped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2000" y="3428994"/>
            <a:ext cx="4572000" cy="172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63" title="7632.martingravgaard-croped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0" y="0"/>
            <a:ext cx="4572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2" name="Google Shape;692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3" name="Google Shape;69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<Relationship Id="rId64" Type="http://schemas.openxmlformats.org/officeDocument/2006/relationships/slideLayout" Target="../slideLayouts/slideLayout63.xml"/><Relationship Id="rId6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2463" y="1600200"/>
            <a:ext cx="7939200" cy="29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Open Sans"/>
              <a:buChar char="•"/>
              <a:defRPr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Open Sans"/>
              <a:buChar char="•"/>
              <a:defRPr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•"/>
              <a:defRPr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Open Sans"/>
              <a:buChar char="•"/>
              <a:defRPr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794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794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794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794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745962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961">
          <p15:clr>
            <a:srgbClr val="F26B43"/>
          </p15:clr>
        </p15:guide>
        <p15:guide id="2" pos="2914">
          <p15:clr>
            <a:srgbClr val="F26B43"/>
          </p15:clr>
        </p15:guide>
        <p15:guide id="3" pos="380">
          <p15:clr>
            <a:srgbClr val="F26B43"/>
          </p15:clr>
        </p15:guide>
        <p15:guide id="4" pos="754">
          <p15:clr>
            <a:srgbClr val="F26B43"/>
          </p15:clr>
        </p15:guide>
        <p15:guide id="5" pos="805">
          <p15:clr>
            <a:srgbClr val="F26B43"/>
          </p15:clr>
        </p15:guide>
        <p15:guide id="6" pos="1179">
          <p15:clr>
            <a:srgbClr val="F26B43"/>
          </p15:clr>
        </p15:guide>
        <p15:guide id="7" pos="1230">
          <p15:clr>
            <a:srgbClr val="F26B43"/>
          </p15:clr>
        </p15:guide>
        <p15:guide id="8" pos="1587">
          <p15:clr>
            <a:srgbClr val="F26B43"/>
          </p15:clr>
        </p15:guide>
        <p15:guide id="9" pos="1638">
          <p15:clr>
            <a:srgbClr val="F26B43"/>
          </p15:clr>
        </p15:guide>
        <p15:guide id="10" pos="2012">
          <p15:clr>
            <a:srgbClr val="F26B43"/>
          </p15:clr>
        </p15:guide>
        <p15:guide id="11" pos="2063">
          <p15:clr>
            <a:srgbClr val="F26B43"/>
          </p15:clr>
        </p15:guide>
        <p15:guide id="12" pos="2438">
          <p15:clr>
            <a:srgbClr val="F26B43"/>
          </p15:clr>
        </p15:guide>
        <p15:guide id="13" pos="2489">
          <p15:clr>
            <a:srgbClr val="F26B43"/>
          </p15:clr>
        </p15:guide>
        <p15:guide id="14" pos="2846">
          <p15:clr>
            <a:srgbClr val="F26B43"/>
          </p15:clr>
        </p15:guide>
        <p15:guide id="15" pos="2880">
          <p15:clr>
            <a:srgbClr val="F26B43"/>
          </p15:clr>
        </p15:guide>
        <p15:guide id="16" pos="3272">
          <p15:clr>
            <a:srgbClr val="F26B43"/>
          </p15:clr>
        </p15:guide>
        <p15:guide id="17" pos="3323">
          <p15:clr>
            <a:srgbClr val="F26B43"/>
          </p15:clr>
        </p15:guide>
        <p15:guide id="18" pos="3697">
          <p15:clr>
            <a:srgbClr val="F26B43"/>
          </p15:clr>
        </p15:guide>
        <p15:guide id="19" pos="3748">
          <p15:clr>
            <a:srgbClr val="F26B43"/>
          </p15:clr>
        </p15:guide>
        <p15:guide id="20" pos="4122">
          <p15:clr>
            <a:srgbClr val="F26B43"/>
          </p15:clr>
        </p15:guide>
        <p15:guide id="21" pos="4173">
          <p15:clr>
            <a:srgbClr val="F26B43"/>
          </p15:clr>
        </p15:guide>
        <p15:guide id="22" pos="4530">
          <p15:clr>
            <a:srgbClr val="F26B43"/>
          </p15:clr>
        </p15:guide>
        <p15:guide id="23" pos="4581">
          <p15:clr>
            <a:srgbClr val="F26B43"/>
          </p15:clr>
        </p15:guide>
        <p15:guide id="24" pos="4955">
          <p15:clr>
            <a:srgbClr val="F26B43"/>
          </p15:clr>
        </p15:guide>
        <p15:guide id="25" pos="5006">
          <p15:clr>
            <a:srgbClr val="F26B43"/>
          </p15:clr>
        </p15:guide>
        <p15:guide id="26" pos="5381">
          <p15:clr>
            <a:srgbClr val="F26B43"/>
          </p15:clr>
        </p15:guide>
        <p15:guide id="27" orient="horz" pos="1008">
          <p15:clr>
            <a:srgbClr val="F26B43"/>
          </p15:clr>
        </p15:guide>
        <p15:guide id="28" orient="horz" pos="810">
          <p15:clr>
            <a:srgbClr val="F26B43"/>
          </p15:clr>
        </p15:guide>
        <p15:guide id="29" orient="horz" pos="378">
          <p15:clr>
            <a:srgbClr val="F26B43"/>
          </p15:clr>
        </p15:guide>
        <p15:guide id="30" orient="horz" pos="2862">
          <p15:clr>
            <a:srgbClr val="F26B43"/>
          </p15:clr>
        </p15:guide>
        <p15:guide id="31" orient="horz" pos="286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950">
                <a:solidFill>
                  <a:srgbClr val="1F1F1F"/>
                </a:solidFill>
                <a:highlight>
                  <a:srgbClr val="F0F4F9"/>
                </a:highlight>
                <a:latin typeface="Roboto"/>
                <a:ea typeface="Roboto"/>
                <a:cs typeface="Roboto"/>
                <a:sym typeface="Roboto"/>
              </a:rPr>
              <a:t>AO × Products</a:t>
            </a:r>
            <a:endParaRPr sz="4300"/>
          </a:p>
        </p:txBody>
      </p:sp>
      <p:sp>
        <p:nvSpPr>
          <p:cNvPr id="699" name="Google Shape;699;p65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000"/>
              </a:spcAft>
              <a:buNone/>
            </a:pPr>
            <a:r>
              <a:t>Mød teamet bag dine skærme</a:t>
            </a:r>
            <a:endParaRPr/>
          </a:p>
        </p:txBody>
      </p:sp>
      <p:sp>
        <p:nvSpPr>
          <p:cNvPr id="700" name="Google Shape;700;p65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8"/>
          <p:cNvSpPr/>
          <p:nvPr/>
        </p:nvSpPr>
        <p:spPr>
          <a:xfrm>
            <a:off x="4761100" y="726900"/>
            <a:ext cx="1863600" cy="19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68"/>
          <p:cNvSpPr txBox="1"/>
          <p:nvPr/>
        </p:nvSpPr>
        <p:spPr>
          <a:xfrm>
            <a:off x="530650" y="27140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/>
              <a:t>I bruger 8 timer om dagen på at arbejde i e-conomic.
Vi bruger 8 timer om dagen på at bygge det.</a:t>
            </a:r>
            <a:endParaRPr/>
          </a:p>
        </p:txBody>
      </p:sp>
      <p:sp>
        <p:nvSpPr>
          <p:cNvPr id="724" name="Google Shape;724;p68"/>
          <p:cNvSpPr txBox="1"/>
          <p:nvPr>
            <p:ph type="title"/>
          </p:nvPr>
        </p:nvSpPr>
        <p:spPr>
          <a:xfrm>
            <a:off x="570377" y="2006825"/>
            <a:ext cx="3426000" cy="681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200">
                <a:latin typeface="Open Sans Medium"/>
                <a:ea typeface="Open Sans Medium"/>
                <a:cs typeface="Open Sans Medium"/>
                <a:sym typeface="Open Sans Medium"/>
              </a:rPr>
              <a:t>Velkomst &amp;</a:t>
            </a:r>
            <a:endParaRPr b="0"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200">
                <a:latin typeface="Open Sans Medium"/>
                <a:ea typeface="Open Sans Medium"/>
                <a:cs typeface="Open Sans Medium"/>
                <a:sym typeface="Open Sans Medium"/>
              </a:rPr>
              <a:t>hvem er i rummet</a:t>
            </a:r>
            <a:endParaRPr b="0" sz="22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9"/>
          <p:cNvPicPr preferRelativeResize="0"/>
          <p:nvPr/>
        </p:nvPicPr>
        <p:blipFill rotWithShape="1">
          <a:blip r:embed="rId3">
            <a:alphaModFix/>
          </a:blip>
          <a:srcRect b="0" l="12612" r="50618" t="0"/>
          <a:stretch/>
        </p:blipFill>
        <p:spPr>
          <a:xfrm>
            <a:off x="6306426" y="0"/>
            <a:ext cx="28375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9"/>
          <p:cNvSpPr/>
          <p:nvPr/>
        </p:nvSpPr>
        <p:spPr>
          <a:xfrm>
            <a:off x="0" y="2571750"/>
            <a:ext cx="6306300" cy="2578800"/>
          </a:xfrm>
          <a:prstGeom prst="rect">
            <a:avLst/>
          </a:prstGeom>
          <a:solidFill>
            <a:srgbClr val="292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rgbClr val="29283D"/>
              </a:highlight>
            </a:endParaRPr>
          </a:p>
        </p:txBody>
      </p:sp>
      <p:sp>
        <p:nvSpPr>
          <p:cNvPr id="731" name="Google Shape;731;p69"/>
          <p:cNvSpPr txBox="1"/>
          <p:nvPr/>
        </p:nvSpPr>
        <p:spPr>
          <a:xfrm>
            <a:off x="807425" y="3065997"/>
            <a:ext cx="35253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Hvem vi er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p69"/>
          <p:cNvSpPr txBox="1"/>
          <p:nvPr/>
        </p:nvSpPr>
        <p:spPr>
          <a:xfrm>
            <a:off x="807425" y="3464188"/>
            <a:ext cx="45222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 bygger det regnskabsværktøj som gør jeres hverdag enklere — så I kan bruge tiden på det, der skaber værdi for jeres kunder.</a:t>
            </a:r>
            <a:b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3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3" name="Google Shape;733;p69"/>
          <p:cNvSpPr txBox="1"/>
          <p:nvPr/>
        </p:nvSpPr>
        <p:spPr>
          <a:xfrm>
            <a:off x="807425" y="738261"/>
            <a:ext cx="37242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9283E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1" sz="2000">
              <a:solidFill>
                <a:srgbClr val="29283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4" name="Google Shape;734;p69"/>
          <p:cNvSpPr txBox="1"/>
          <p:nvPr/>
        </p:nvSpPr>
        <p:spPr>
          <a:xfrm>
            <a:off x="807425" y="1138638"/>
            <a:ext cx="3769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br>
              <a:rPr lang="en-GB" sz="1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Hvem vi er, i tal</a:t>
            </a:r>
            <a:endParaRPr/>
          </a:p>
        </p:txBody>
      </p:sp>
      <p:sp>
        <p:nvSpPr>
          <p:cNvPr id="746" name="Google Shape;746;p71"/>
          <p:cNvSpPr txBox="1"/>
          <p:nvPr>
            <p:ph idx="1" type="subTitle"/>
          </p:nvPr>
        </p:nvSpPr>
        <p:spPr>
          <a:xfrm>
            <a:off x="800381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0" lang="en-GB" sz="1050">
                <a:latin typeface="Arial"/>
                <a:ea typeface="Arial"/>
                <a:cs typeface="Arial"/>
                <a:sym typeface="Arial"/>
              </a:rPr>
              <a:t>210 mennesker i Products</a:t>
            </a:r>
            <a:endParaRPr/>
          </a:p>
        </p:txBody>
      </p:sp>
      <p:sp>
        <p:nvSpPr>
          <p:cNvPr id="747" name="Google Shape;747;p71"/>
          <p:cNvSpPr txBox="1"/>
          <p:nvPr>
            <p:ph idx="2" type="subTitle"/>
          </p:nvPr>
        </p:nvSpPr>
        <p:spPr>
          <a:xfrm>
            <a:off x="800388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1"/>
          <p:cNvSpPr txBox="1"/>
          <p:nvPr>
            <p:ph idx="3" type="subTitle"/>
          </p:nvPr>
        </p:nvSpPr>
        <p:spPr>
          <a:xfrm>
            <a:off x="478859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38 nationaliteter</a:t>
            </a:r>
            <a:endParaRPr/>
          </a:p>
        </p:txBody>
      </p:sp>
      <p:sp>
        <p:nvSpPr>
          <p:cNvPr id="749" name="Google Shape;749;p71"/>
          <p:cNvSpPr txBox="1"/>
          <p:nvPr>
            <p:ph idx="4" type="subTitle"/>
          </p:nvPr>
        </p:nvSpPr>
        <p:spPr>
          <a:xfrm>
            <a:off x="478860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1"/>
          <p:cNvSpPr txBox="1"/>
          <p:nvPr>
            <p:ph idx="5" type="subTitle"/>
          </p:nvPr>
        </p:nvSpPr>
        <p:spPr>
          <a:xfrm>
            <a:off x="681384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71"/>
          <p:cNvSpPr txBox="1"/>
          <p:nvPr>
            <p:ph idx="6" type="subTitle"/>
          </p:nvPr>
        </p:nvSpPr>
        <p:spPr>
          <a:xfrm>
            <a:off x="681385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71"/>
          <p:cNvSpPr txBox="1"/>
          <p:nvPr>
            <p:ph idx="7" type="subTitle"/>
          </p:nvPr>
        </p:nvSpPr>
        <p:spPr>
          <a:xfrm>
            <a:off x="2794489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København · Bukarest · Porto</a:t>
            </a:r>
            <a:endParaRPr/>
          </a:p>
        </p:txBody>
      </p:sp>
      <p:sp>
        <p:nvSpPr>
          <p:cNvPr id="753" name="Google Shape;753;p71"/>
          <p:cNvSpPr txBox="1"/>
          <p:nvPr>
            <p:ph idx="8" type="subTitle"/>
          </p:nvPr>
        </p:nvSpPr>
        <p:spPr>
          <a:xfrm>
            <a:off x="2794495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2"/>
          <p:cNvSpPr txBox="1"/>
          <p:nvPr/>
        </p:nvSpPr>
        <p:spPr>
          <a:xfrm>
            <a:off x="464200" y="1390875"/>
            <a:ext cx="38619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2025: Vi kunne ikke holde op med at snakke med jer 🎉</a:t>
            </a:r>
            <a:endParaRPr i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9" name="Google Shape;759;p72"/>
          <p:cNvSpPr txBox="1"/>
          <p:nvPr/>
        </p:nvSpPr>
        <p:spPr>
          <a:xfrm>
            <a:off x="317525" y="2275738"/>
            <a:ext cx="40086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 600+ interviews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 20 workshops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 55 gange ude af kontoret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 Roadshow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760" name="Google Shape;760;p72"/>
          <p:cNvSpPr/>
          <p:nvPr/>
        </p:nvSpPr>
        <p:spPr>
          <a:xfrm>
            <a:off x="4740425" y="125"/>
            <a:ext cx="44037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76"/>
          <p:cNvSpPr txBox="1"/>
          <p:nvPr>
            <p:ph type="title"/>
          </p:nvPr>
        </p:nvSpPr>
        <p:spPr>
          <a:xfrm>
            <a:off x="1277550" y="1946675"/>
            <a:ext cx="32631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Bliv en del af vores beta-gruppe</a:t>
            </a:r>
            <a:endParaRPr/>
          </a:p>
        </p:txBody>
      </p:sp>
      <p:sp>
        <p:nvSpPr>
          <p:cNvPr id="781" name="Google Shape;781;p76"/>
          <p:cNvSpPr txBox="1"/>
          <p:nvPr>
            <p:ph type="title"/>
          </p:nvPr>
        </p:nvSpPr>
        <p:spPr>
          <a:xfrm>
            <a:off x="5102150" y="373300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Du får tidlig adgang</a:t>
            </a:r>
            <a:endParaRPr sz="1200"/>
          </a:p>
        </p:txBody>
      </p:sp>
      <p:sp>
        <p:nvSpPr>
          <p:cNvPr id="782" name="Google Shape;782;p76"/>
          <p:cNvSpPr txBox="1"/>
          <p:nvPr>
            <p:ph type="title"/>
          </p:nvPr>
        </p:nvSpPr>
        <p:spPr>
          <a:xfrm>
            <a:off x="5193525" y="1245775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Vi mødes 20 min om ugen</a:t>
            </a:r>
            <a:endParaRPr sz="1200"/>
          </a:p>
        </p:txBody>
      </p:sp>
      <p:sp>
        <p:nvSpPr>
          <p:cNvPr id="783" name="Google Shape;783;p76"/>
          <p:cNvSpPr txBox="1"/>
          <p:nvPr>
            <p:ph type="title"/>
          </p:nvPr>
        </p:nvSpPr>
        <p:spPr>
          <a:xfrm>
            <a:off x="5295650" y="2452100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Din feedback former hvad vi sender ud</a:t>
            </a:r>
            <a:endParaRPr sz="1200"/>
          </a:p>
        </p:txBody>
      </p:sp>
      <p:sp>
        <p:nvSpPr>
          <p:cNvPr id="784" name="Google Shape;784;p76"/>
          <p:cNvSpPr txBox="1"/>
          <p:nvPr>
            <p:ph type="title"/>
          </p:nvPr>
        </p:nvSpPr>
        <p:spPr>
          <a:xfrm>
            <a:off x="5193525" y="3879200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Test rigtige prototyper</a:t>
            </a:r>
            <a:endParaRPr sz="1200"/>
          </a:p>
        </p:txBody>
      </p:sp>
      <p:sp>
        <p:nvSpPr>
          <p:cNvPr id="785" name="Google Shape;785;p76"/>
          <p:cNvSpPr txBox="1"/>
          <p:nvPr>
            <p:ph type="title"/>
          </p:nvPr>
        </p:nvSpPr>
        <p:spPr>
          <a:xfrm>
            <a:off x="1527000" y="600075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Co-create med teamet</a:t>
            </a:r>
            <a:endParaRPr sz="1200"/>
          </a:p>
        </p:txBody>
      </p:sp>
      <p:sp>
        <p:nvSpPr>
          <p:cNvPr id="786" name="Google Shape;786;p76"/>
          <p:cNvSpPr txBox="1"/>
          <p:nvPr>
            <p:ph type="title"/>
          </p:nvPr>
        </p:nvSpPr>
        <p:spPr>
          <a:xfrm>
            <a:off x="1348675" y="3777525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Plus: almindeligt user panel — 20 min calls når det passer dig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7"/>
          <p:cNvSpPr txBox="1"/>
          <p:nvPr>
            <p:ph type="title"/>
          </p:nvPr>
        </p:nvSpPr>
        <p:spPr>
          <a:xfrm>
            <a:off x="824550" y="1940000"/>
            <a:ext cx="30450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Hvordan ser en samtale ud?</a:t>
            </a:r>
            <a:endParaRPr/>
          </a:p>
        </p:txBody>
      </p:sp>
      <p:sp>
        <p:nvSpPr>
          <p:cNvPr id="792" name="Google Shape;792;p77"/>
          <p:cNvSpPr txBox="1"/>
          <p:nvPr/>
        </p:nvSpPr>
        <p:spPr>
          <a:xfrm>
            <a:off x="4773800" y="1001600"/>
            <a:ext cx="37017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Du møder en designer og en product manager — måske lytter en udvikler med.</a:t>
            </a: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 taler om hvem du er, hvordan du arbejder, og hvad der er vigtigt i din hverdag.</a:t>
            </a: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 dykker ned i dine behov, pain points og ønsker.</a:t>
            </a: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 tester måske en prototype sammen — der er ingen rigtige eller forkerte svar.</a:t>
            </a: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 taler om dine workflows: hvor lang tid tager det, har du hacks eller workarounds?</a:t>
            </a: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9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smagsprøve på fremtiden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0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Workshop: Jobs to be done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Hvilke opgaver bruger I tid på? Hvor gør det ondt? Hvad ville frigøre timer?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1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bruger 8 timer om dagen på at arbejde i e-conomic.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 bruger 8 timer om dagen på at bygge det.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-conomic theme">
  <a:themeElements>
    <a:clrScheme name="E-conomic">
      <a:dk1>
        <a:srgbClr val="29283E"/>
      </a:dk1>
      <a:lt1>
        <a:srgbClr val="FFFFFF"/>
      </a:lt1>
      <a:dk2>
        <a:srgbClr val="E89C2E"/>
      </a:dk2>
      <a:lt2>
        <a:srgbClr val="E3E9EE"/>
      </a:lt2>
      <a:accent1>
        <a:srgbClr val="29283E"/>
      </a:accent1>
      <a:accent2>
        <a:srgbClr val="E89C2E"/>
      </a:accent2>
      <a:accent3>
        <a:srgbClr val="F6E6CB"/>
      </a:accent3>
      <a:accent4>
        <a:srgbClr val="2F5DBD"/>
      </a:accent4>
      <a:accent5>
        <a:srgbClr val="636363"/>
      </a:accent5>
      <a:accent6>
        <a:srgbClr val="675696"/>
      </a:accent6>
      <a:hlink>
        <a:srgbClr val="2F5DBD"/>
      </a:hlink>
      <a:folHlink>
        <a:srgbClr val="08AE8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