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oboto"/>
      <p:regular r:id="rId24"/>
      <p:bold r:id="rId25"/>
      <p:italic r:id="rId26"/>
      <p:boldItalic r:id="rId27"/>
    </p:embeddedFont>
    <p:embeddedFont>
      <p:font typeface="Open Sans Medium"/>
      <p:regular r:id="rId28"/>
      <p:bold r:id="rId29"/>
      <p:italic r:id="rId30"/>
      <p:boldItalic r:id="rId31"/>
    </p:embeddedFont>
    <p:embeddedFont>
      <p:font typeface="Open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Medium-boldItalic.fntdata"/><Relationship Id="rId30" Type="http://schemas.openxmlformats.org/officeDocument/2006/relationships/font" Target="fonts/OpenSansMedium-italic.fntdata"/><Relationship Id="rId33" Type="http://schemas.openxmlformats.org/officeDocument/2006/relationships/font" Target="fonts/OpenSans-bold.fntdata"/><Relationship Id="rId32" Type="http://schemas.openxmlformats.org/officeDocument/2006/relationships/font" Target="fonts/OpenSans-regular.fntdata"/><Relationship Id="rId35" Type="http://schemas.openxmlformats.org/officeDocument/2006/relationships/font" Target="fonts/OpenSans-boldItalic.fntdata"/><Relationship Id="rId34" Type="http://schemas.openxmlformats.org/officeDocument/2006/relationships/font" Target="fonts/OpenSans-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regular.fntdata"/><Relationship Id="rId23" Type="http://schemas.openxmlformats.org/officeDocument/2006/relationships/slide" Target="slides/slide18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OpenSansMedium-regular.fntdata"/><Relationship Id="rId27" Type="http://schemas.openxmlformats.org/officeDocument/2006/relationships/font" Target="fonts/Roboto-boldItalic.fntdata"/><Relationship Id="rId29" Type="http://schemas.openxmlformats.org/officeDocument/2006/relationships/font" Target="fonts/OpenSansMedium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dd81380f99_0_6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3" name="Google Shape;703;g3dd81380f99_0_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dd81380f99_0_6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dd81380f99_0_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dd81380f99_0_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3dd81380f99_0_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dd81380f99_0_7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3dd81380f99_0_7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3f7aff1d20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3f7aff1d20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dd81380f99_0_7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3dd81380f99_0_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dd81380f99_0_7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3dd81380f99_0_7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e2f0279a5c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3e2f0279a5c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e2f0279a5c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3e2f0279a5c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dd81380f99_0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3dd81380f99_0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3dd81380f99_0_7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3dd81380f99_0_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dd81380f99_0_7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3dd81380f99_0_7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dd81380f99_0_8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g3dd81380f99_0_8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dd81380f99_0_8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3dd81380f99_0_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dd81380f99_0_8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3dd81380f99_0_8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dd81380f99_0_8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3dd81380f99_0_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fd35ed9a6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3fd35ed9a6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11" Type="http://schemas.openxmlformats.org/officeDocument/2006/relationships/image" Target="../media/image21.jpg"/><Relationship Id="rId10" Type="http://schemas.openxmlformats.org/officeDocument/2006/relationships/image" Target="../media/image20.jpg"/><Relationship Id="rId9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17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Front page" showMasterSp="0">
  <p:cSld name="1_Title Slid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02457" y="1600199"/>
            <a:ext cx="2673000" cy="18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0" sz="30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02456" y="3560838"/>
            <a:ext cx="26730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602455" y="600075"/>
            <a:ext cx="1271291" cy="286819"/>
            <a:chOff x="803273" y="1403982"/>
            <a:chExt cx="1695055" cy="382426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803273" y="1403982"/>
              <a:ext cx="381273" cy="382426"/>
              <a:chOff x="803273" y="1403982"/>
              <a:chExt cx="381273" cy="382426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803273" y="1622312"/>
                <a:ext cx="72990" cy="73076"/>
              </a:xfrm>
              <a:custGeom>
                <a:rect b="b" l="l" r="r" t="t"/>
                <a:pathLst>
                  <a:path extrusionOk="0" h="73076" w="72990">
                    <a:moveTo>
                      <a:pt x="43615" y="709"/>
                    </a:moveTo>
                    <a:cubicBezTo>
                      <a:pt x="23850" y="-3227"/>
                      <a:pt x="4640" y="9625"/>
                      <a:pt x="708" y="29412"/>
                    </a:cubicBezTo>
                    <a:cubicBezTo>
                      <a:pt x="-3223" y="49200"/>
                      <a:pt x="9611" y="68431"/>
                      <a:pt x="29376" y="72368"/>
                    </a:cubicBezTo>
                    <a:cubicBezTo>
                      <a:pt x="49144" y="76304"/>
                      <a:pt x="68351" y="63452"/>
                      <a:pt x="72283" y="43664"/>
                    </a:cubicBezTo>
                    <a:cubicBezTo>
                      <a:pt x="76214" y="23877"/>
                      <a:pt x="63380" y="4645"/>
                      <a:pt x="43615" y="70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988961" y="1664614"/>
                <a:ext cx="121650" cy="121794"/>
              </a:xfrm>
              <a:custGeom>
                <a:rect b="b" l="l" r="r" t="t"/>
                <a:pathLst>
                  <a:path extrusionOk="0" h="121794" w="121650">
                    <a:moveTo>
                      <a:pt x="72689" y="1182"/>
                    </a:moveTo>
                    <a:cubicBezTo>
                      <a:pt x="39751" y="-5380"/>
                      <a:pt x="7735" y="16038"/>
                      <a:pt x="1180" y="49020"/>
                    </a:cubicBezTo>
                    <a:cubicBezTo>
                      <a:pt x="-5372" y="82002"/>
                      <a:pt x="16021" y="114053"/>
                      <a:pt x="48961" y="120613"/>
                    </a:cubicBezTo>
                    <a:cubicBezTo>
                      <a:pt x="81905" y="127173"/>
                      <a:pt x="113921" y="105754"/>
                      <a:pt x="120470" y="72775"/>
                    </a:cubicBezTo>
                    <a:cubicBezTo>
                      <a:pt x="127025" y="39796"/>
                      <a:pt x="105632" y="7745"/>
                      <a:pt x="72689" y="118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830347" y="1403982"/>
                <a:ext cx="354199" cy="227082"/>
              </a:xfrm>
              <a:custGeom>
                <a:rect b="b" l="l" r="r" t="t"/>
                <a:pathLst>
                  <a:path extrusionOk="0" h="227082" w="354199">
                    <a:moveTo>
                      <a:pt x="295472" y="1432"/>
                    </a:moveTo>
                    <a:cubicBezTo>
                      <a:pt x="255936" y="-6483"/>
                      <a:pt x="217495" y="19213"/>
                      <a:pt x="209586" y="58797"/>
                    </a:cubicBezTo>
                    <a:lnTo>
                      <a:pt x="202532" y="94606"/>
                    </a:lnTo>
                    <a:cubicBezTo>
                      <a:pt x="197302" y="121034"/>
                      <a:pt x="171632" y="138206"/>
                      <a:pt x="145232" y="132970"/>
                    </a:cubicBezTo>
                    <a:lnTo>
                      <a:pt x="121389" y="128100"/>
                    </a:lnTo>
                    <a:cubicBezTo>
                      <a:pt x="95113" y="122861"/>
                      <a:pt x="77962" y="97286"/>
                      <a:pt x="83192" y="70855"/>
                    </a:cubicBezTo>
                    <a:lnTo>
                      <a:pt x="84406" y="64887"/>
                    </a:lnTo>
                    <a:cubicBezTo>
                      <a:pt x="88909" y="41869"/>
                      <a:pt x="73946" y="19336"/>
                      <a:pt x="50953" y="14831"/>
                    </a:cubicBezTo>
                    <a:cubicBezTo>
                      <a:pt x="27840" y="10201"/>
                      <a:pt x="5458" y="25182"/>
                      <a:pt x="834" y="48324"/>
                    </a:cubicBezTo>
                    <a:cubicBezTo>
                      <a:pt x="-3790" y="71342"/>
                      <a:pt x="11297" y="93754"/>
                      <a:pt x="34288" y="98380"/>
                    </a:cubicBezTo>
                    <a:lnTo>
                      <a:pt x="40248" y="99599"/>
                    </a:lnTo>
                    <a:cubicBezTo>
                      <a:pt x="66645" y="104835"/>
                      <a:pt x="83800" y="130536"/>
                      <a:pt x="78448" y="156842"/>
                    </a:cubicBezTo>
                    <a:lnTo>
                      <a:pt x="76135" y="168777"/>
                    </a:lnTo>
                    <a:cubicBezTo>
                      <a:pt x="70905" y="195205"/>
                      <a:pt x="88059" y="220905"/>
                      <a:pt x="114335" y="226142"/>
                    </a:cubicBezTo>
                    <a:cubicBezTo>
                      <a:pt x="140732" y="231381"/>
                      <a:pt x="166402" y="214206"/>
                      <a:pt x="171632" y="187777"/>
                    </a:cubicBezTo>
                    <a:lnTo>
                      <a:pt x="173942" y="175842"/>
                    </a:lnTo>
                    <a:cubicBezTo>
                      <a:pt x="179172" y="149532"/>
                      <a:pt x="204842" y="132361"/>
                      <a:pt x="231117" y="137597"/>
                    </a:cubicBezTo>
                    <a:lnTo>
                      <a:pt x="267007" y="144784"/>
                    </a:lnTo>
                    <a:cubicBezTo>
                      <a:pt x="306543" y="152578"/>
                      <a:pt x="344983" y="126881"/>
                      <a:pt x="352768" y="87297"/>
                    </a:cubicBezTo>
                    <a:cubicBezTo>
                      <a:pt x="360677" y="47714"/>
                      <a:pt x="335007" y="9226"/>
                      <a:pt x="295471" y="14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" name="Google Shape;17;p2"/>
            <p:cNvGrpSpPr/>
            <p:nvPr/>
          </p:nvGrpSpPr>
          <p:grpSpPr>
            <a:xfrm>
              <a:off x="1220994" y="1498447"/>
              <a:ext cx="1277334" cy="196864"/>
              <a:chOff x="1220994" y="1498447"/>
              <a:chExt cx="1277334" cy="196864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1220994" y="1550103"/>
                <a:ext cx="122754" cy="145208"/>
              </a:xfrm>
              <a:custGeom>
                <a:rect b="b" l="l" r="r" t="t"/>
                <a:pathLst>
                  <a:path extrusionOk="0" h="145208" w="122754">
                    <a:moveTo>
                      <a:pt x="63402" y="21368"/>
                    </a:moveTo>
                    <a:cubicBezTo>
                      <a:pt x="53661" y="21368"/>
                      <a:pt x="45808" y="24536"/>
                      <a:pt x="39843" y="30875"/>
                    </a:cubicBezTo>
                    <a:cubicBezTo>
                      <a:pt x="33874" y="37212"/>
                      <a:pt x="30366" y="46409"/>
                      <a:pt x="29321" y="58457"/>
                    </a:cubicBezTo>
                    <a:lnTo>
                      <a:pt x="95053" y="58457"/>
                    </a:lnTo>
                    <a:cubicBezTo>
                      <a:pt x="94967" y="51172"/>
                      <a:pt x="93781" y="44746"/>
                      <a:pt x="91496" y="39163"/>
                    </a:cubicBezTo>
                    <a:cubicBezTo>
                      <a:pt x="89207" y="33590"/>
                      <a:pt x="85755" y="29228"/>
                      <a:pt x="81141" y="26082"/>
                    </a:cubicBezTo>
                    <a:cubicBezTo>
                      <a:pt x="76523" y="22942"/>
                      <a:pt x="70609" y="21368"/>
                      <a:pt x="63402" y="21368"/>
                    </a:cubicBezTo>
                    <a:close/>
                    <a:moveTo>
                      <a:pt x="63453" y="0"/>
                    </a:moveTo>
                    <a:cubicBezTo>
                      <a:pt x="75808" y="0"/>
                      <a:pt x="86410" y="2585"/>
                      <a:pt x="95256" y="7756"/>
                    </a:cubicBezTo>
                    <a:cubicBezTo>
                      <a:pt x="104099" y="12929"/>
                      <a:pt x="110896" y="20247"/>
                      <a:pt x="115639" y="29710"/>
                    </a:cubicBezTo>
                    <a:cubicBezTo>
                      <a:pt x="120382" y="39174"/>
                      <a:pt x="122755" y="50431"/>
                      <a:pt x="122755" y="63477"/>
                    </a:cubicBezTo>
                    <a:lnTo>
                      <a:pt x="122755" y="78842"/>
                    </a:lnTo>
                    <a:lnTo>
                      <a:pt x="28739" y="78842"/>
                    </a:lnTo>
                    <a:cubicBezTo>
                      <a:pt x="29042" y="92986"/>
                      <a:pt x="32770" y="103862"/>
                      <a:pt x="39917" y="111466"/>
                    </a:cubicBezTo>
                    <a:cubicBezTo>
                      <a:pt x="47067" y="119072"/>
                      <a:pt x="57097" y="122875"/>
                      <a:pt x="70012" y="122875"/>
                    </a:cubicBezTo>
                    <a:cubicBezTo>
                      <a:pt x="78923" y="122875"/>
                      <a:pt x="86904" y="122016"/>
                      <a:pt x="93951" y="120299"/>
                    </a:cubicBezTo>
                    <a:cubicBezTo>
                      <a:pt x="100999" y="118589"/>
                      <a:pt x="108288" y="116053"/>
                      <a:pt x="115817" y="112709"/>
                    </a:cubicBezTo>
                    <a:lnTo>
                      <a:pt x="115817" y="135802"/>
                    </a:lnTo>
                    <a:cubicBezTo>
                      <a:pt x="108809" y="139066"/>
                      <a:pt x="101721" y="141449"/>
                      <a:pt x="94548" y="142951"/>
                    </a:cubicBezTo>
                    <a:cubicBezTo>
                      <a:pt x="87372" y="144456"/>
                      <a:pt x="78789" y="145208"/>
                      <a:pt x="68796" y="145208"/>
                    </a:cubicBezTo>
                    <a:cubicBezTo>
                      <a:pt x="55139" y="145208"/>
                      <a:pt x="43151" y="142518"/>
                      <a:pt x="32830" y="137133"/>
                    </a:cubicBezTo>
                    <a:cubicBezTo>
                      <a:pt x="22505" y="131752"/>
                      <a:pt x="14454" y="123747"/>
                      <a:pt x="8671" y="113116"/>
                    </a:cubicBezTo>
                    <a:cubicBezTo>
                      <a:pt x="2890" y="102488"/>
                      <a:pt x="0" y="89318"/>
                      <a:pt x="0" y="73617"/>
                    </a:cubicBezTo>
                    <a:cubicBezTo>
                      <a:pt x="0" y="58037"/>
                      <a:pt x="2625" y="44760"/>
                      <a:pt x="7875" y="33793"/>
                    </a:cubicBezTo>
                    <a:cubicBezTo>
                      <a:pt x="13124" y="22827"/>
                      <a:pt x="20510" y="14450"/>
                      <a:pt x="30030" y="8671"/>
                    </a:cubicBezTo>
                    <a:cubicBezTo>
                      <a:pt x="39551" y="2887"/>
                      <a:pt x="50691" y="0"/>
                      <a:pt x="634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1457967" y="1550102"/>
                <a:ext cx="106219" cy="145208"/>
              </a:xfrm>
              <a:custGeom>
                <a:rect b="b" l="l" r="r" t="t"/>
                <a:pathLst>
                  <a:path extrusionOk="0" h="145208" w="106219">
                    <a:moveTo>
                      <a:pt x="64390" y="145208"/>
                    </a:moveTo>
                    <a:cubicBezTo>
                      <a:pt x="51306" y="145208"/>
                      <a:pt x="39929" y="142632"/>
                      <a:pt x="30258" y="137480"/>
                    </a:cubicBezTo>
                    <a:cubicBezTo>
                      <a:pt x="20585" y="132320"/>
                      <a:pt x="13124" y="124429"/>
                      <a:pt x="7875" y="113798"/>
                    </a:cubicBezTo>
                    <a:cubicBezTo>
                      <a:pt x="2624" y="103170"/>
                      <a:pt x="0" y="89693"/>
                      <a:pt x="0" y="73366"/>
                    </a:cubicBezTo>
                    <a:cubicBezTo>
                      <a:pt x="0" y="56365"/>
                      <a:pt x="2851" y="42463"/>
                      <a:pt x="8558" y="31664"/>
                    </a:cubicBezTo>
                    <a:cubicBezTo>
                      <a:pt x="14262" y="20862"/>
                      <a:pt x="22167" y="12888"/>
                      <a:pt x="32273" y="7731"/>
                    </a:cubicBezTo>
                    <a:cubicBezTo>
                      <a:pt x="42374" y="2576"/>
                      <a:pt x="53959" y="0"/>
                      <a:pt x="67024" y="0"/>
                    </a:cubicBezTo>
                    <a:cubicBezTo>
                      <a:pt x="75075" y="0"/>
                      <a:pt x="82465" y="797"/>
                      <a:pt x="89194" y="2397"/>
                    </a:cubicBezTo>
                    <a:cubicBezTo>
                      <a:pt x="95919" y="3991"/>
                      <a:pt x="101593" y="5958"/>
                      <a:pt x="106220" y="8290"/>
                    </a:cubicBezTo>
                    <a:lnTo>
                      <a:pt x="97864" y="30853"/>
                    </a:lnTo>
                    <a:cubicBezTo>
                      <a:pt x="92883" y="28840"/>
                      <a:pt x="87685" y="27115"/>
                      <a:pt x="82266" y="25676"/>
                    </a:cubicBezTo>
                    <a:cubicBezTo>
                      <a:pt x="76848" y="24244"/>
                      <a:pt x="71665" y="23525"/>
                      <a:pt x="66720" y="23525"/>
                    </a:cubicBezTo>
                    <a:cubicBezTo>
                      <a:pt x="58228" y="23525"/>
                      <a:pt x="51179" y="25401"/>
                      <a:pt x="45563" y="29155"/>
                    </a:cubicBezTo>
                    <a:cubicBezTo>
                      <a:pt x="39953" y="32907"/>
                      <a:pt x="35758" y="38458"/>
                      <a:pt x="32979" y="45812"/>
                    </a:cubicBezTo>
                    <a:cubicBezTo>
                      <a:pt x="30203" y="53162"/>
                      <a:pt x="28815" y="62259"/>
                      <a:pt x="28815" y="73109"/>
                    </a:cubicBezTo>
                    <a:cubicBezTo>
                      <a:pt x="28815" y="83623"/>
                      <a:pt x="30205" y="92491"/>
                      <a:pt x="32993" y="99718"/>
                    </a:cubicBezTo>
                    <a:cubicBezTo>
                      <a:pt x="35776" y="106942"/>
                      <a:pt x="39905" y="112411"/>
                      <a:pt x="45375" y="116119"/>
                    </a:cubicBezTo>
                    <a:cubicBezTo>
                      <a:pt x="50843" y="119827"/>
                      <a:pt x="57610" y="121682"/>
                      <a:pt x="65682" y="121682"/>
                    </a:cubicBezTo>
                    <a:cubicBezTo>
                      <a:pt x="73293" y="121682"/>
                      <a:pt x="80122" y="120786"/>
                      <a:pt x="86166" y="118995"/>
                    </a:cubicBezTo>
                    <a:cubicBezTo>
                      <a:pt x="92209" y="117204"/>
                      <a:pt x="97864" y="114897"/>
                      <a:pt x="103131" y="112074"/>
                    </a:cubicBezTo>
                    <a:lnTo>
                      <a:pt x="103131" y="136561"/>
                    </a:lnTo>
                    <a:cubicBezTo>
                      <a:pt x="97982" y="139469"/>
                      <a:pt x="92403" y="141641"/>
                      <a:pt x="86394" y="143065"/>
                    </a:cubicBezTo>
                    <a:cubicBezTo>
                      <a:pt x="80384" y="144493"/>
                      <a:pt x="73050" y="145208"/>
                      <a:pt x="64390" y="1452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587524" y="1550103"/>
                <a:ext cx="131287" cy="145207"/>
              </a:xfrm>
              <a:custGeom>
                <a:rect b="b" l="l" r="r" t="t"/>
                <a:pathLst>
                  <a:path extrusionOk="0" h="145207" w="131287">
                    <a:moveTo>
                      <a:pt x="28815" y="72351"/>
                    </a:moveTo>
                    <a:cubicBezTo>
                      <a:pt x="28815" y="82777"/>
                      <a:pt x="30112" y="91718"/>
                      <a:pt x="32702" y="99174"/>
                    </a:cubicBezTo>
                    <a:cubicBezTo>
                      <a:pt x="35293" y="106622"/>
                      <a:pt x="39296" y="112333"/>
                      <a:pt x="44717" y="116294"/>
                    </a:cubicBezTo>
                    <a:cubicBezTo>
                      <a:pt x="50134" y="120260"/>
                      <a:pt x="57130" y="122241"/>
                      <a:pt x="65708" y="122241"/>
                    </a:cubicBezTo>
                    <a:cubicBezTo>
                      <a:pt x="74214" y="122241"/>
                      <a:pt x="81184" y="120260"/>
                      <a:pt x="86622" y="116294"/>
                    </a:cubicBezTo>
                    <a:cubicBezTo>
                      <a:pt x="92057" y="112333"/>
                      <a:pt x="96048" y="106622"/>
                      <a:pt x="98599" y="99174"/>
                    </a:cubicBezTo>
                    <a:cubicBezTo>
                      <a:pt x="101147" y="91718"/>
                      <a:pt x="102423" y="82777"/>
                      <a:pt x="102423" y="72351"/>
                    </a:cubicBezTo>
                    <a:cubicBezTo>
                      <a:pt x="102423" y="61959"/>
                      <a:pt x="101147" y="53100"/>
                      <a:pt x="98599" y="45770"/>
                    </a:cubicBezTo>
                    <a:cubicBezTo>
                      <a:pt x="96048" y="38445"/>
                      <a:pt x="92065" y="32842"/>
                      <a:pt x="86649" y="28962"/>
                    </a:cubicBezTo>
                    <a:cubicBezTo>
                      <a:pt x="81228" y="25083"/>
                      <a:pt x="74190" y="23141"/>
                      <a:pt x="65531" y="23141"/>
                    </a:cubicBezTo>
                    <a:cubicBezTo>
                      <a:pt x="52800" y="23141"/>
                      <a:pt x="43501" y="27412"/>
                      <a:pt x="37627" y="35949"/>
                    </a:cubicBezTo>
                    <a:cubicBezTo>
                      <a:pt x="31753" y="44483"/>
                      <a:pt x="28816" y="56617"/>
                      <a:pt x="28816" y="72352"/>
                    </a:cubicBezTo>
                    <a:close/>
                    <a:moveTo>
                      <a:pt x="131288" y="72351"/>
                    </a:moveTo>
                    <a:cubicBezTo>
                      <a:pt x="131288" y="83944"/>
                      <a:pt x="129777" y="94253"/>
                      <a:pt x="126754" y="103276"/>
                    </a:cubicBezTo>
                    <a:cubicBezTo>
                      <a:pt x="123734" y="112301"/>
                      <a:pt x="119335" y="119919"/>
                      <a:pt x="113564" y="126133"/>
                    </a:cubicBezTo>
                    <a:cubicBezTo>
                      <a:pt x="107789" y="132340"/>
                      <a:pt x="100842" y="137074"/>
                      <a:pt x="92724" y="140329"/>
                    </a:cubicBezTo>
                    <a:cubicBezTo>
                      <a:pt x="84603" y="143577"/>
                      <a:pt x="75430" y="145208"/>
                      <a:pt x="65200" y="145208"/>
                    </a:cubicBezTo>
                    <a:cubicBezTo>
                      <a:pt x="55646" y="145208"/>
                      <a:pt x="46885" y="143577"/>
                      <a:pt x="38917" y="140329"/>
                    </a:cubicBezTo>
                    <a:cubicBezTo>
                      <a:pt x="30948" y="137075"/>
                      <a:pt x="24058" y="132341"/>
                      <a:pt x="18243" y="126133"/>
                    </a:cubicBezTo>
                    <a:cubicBezTo>
                      <a:pt x="12427" y="119919"/>
                      <a:pt x="7932" y="112301"/>
                      <a:pt x="4760" y="103276"/>
                    </a:cubicBezTo>
                    <a:cubicBezTo>
                      <a:pt x="1585" y="94253"/>
                      <a:pt x="0" y="83944"/>
                      <a:pt x="0" y="72351"/>
                    </a:cubicBezTo>
                    <a:cubicBezTo>
                      <a:pt x="0" y="56953"/>
                      <a:pt x="2653" y="43868"/>
                      <a:pt x="7962" y="33095"/>
                    </a:cubicBezTo>
                    <a:cubicBezTo>
                      <a:pt x="13272" y="22321"/>
                      <a:pt x="20864" y="14114"/>
                      <a:pt x="30738" y="8468"/>
                    </a:cubicBezTo>
                    <a:cubicBezTo>
                      <a:pt x="40613" y="2822"/>
                      <a:pt x="52379" y="0"/>
                      <a:pt x="66036" y="0"/>
                    </a:cubicBezTo>
                    <a:cubicBezTo>
                      <a:pt x="78915" y="0"/>
                      <a:pt x="90259" y="2829"/>
                      <a:pt x="100067" y="8493"/>
                    </a:cubicBezTo>
                    <a:cubicBezTo>
                      <a:pt x="109874" y="14155"/>
                      <a:pt x="117529" y="22374"/>
                      <a:pt x="123033" y="33160"/>
                    </a:cubicBezTo>
                    <a:cubicBezTo>
                      <a:pt x="128535" y="43943"/>
                      <a:pt x="131287" y="57003"/>
                      <a:pt x="131287" y="723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1755109" y="1550102"/>
                <a:ext cx="121717" cy="142673"/>
              </a:xfrm>
              <a:custGeom>
                <a:rect b="b" l="l" r="r" t="t"/>
                <a:pathLst>
                  <a:path extrusionOk="0" h="142673" w="121717">
                    <a:moveTo>
                      <a:pt x="71582" y="1"/>
                    </a:moveTo>
                    <a:cubicBezTo>
                      <a:pt x="87498" y="1"/>
                      <a:pt x="99836" y="4069"/>
                      <a:pt x="108587" y="12206"/>
                    </a:cubicBezTo>
                    <a:cubicBezTo>
                      <a:pt x="117341" y="20347"/>
                      <a:pt x="121717" y="33395"/>
                      <a:pt x="121717" y="51361"/>
                    </a:cubicBezTo>
                    <a:lnTo>
                      <a:pt x="121717" y="142673"/>
                    </a:lnTo>
                    <a:lnTo>
                      <a:pt x="93789" y="142673"/>
                    </a:lnTo>
                    <a:lnTo>
                      <a:pt x="93789" y="56074"/>
                    </a:lnTo>
                    <a:cubicBezTo>
                      <a:pt x="93789" y="45072"/>
                      <a:pt x="91466" y="36816"/>
                      <a:pt x="86825" y="31294"/>
                    </a:cubicBezTo>
                    <a:cubicBezTo>
                      <a:pt x="82181" y="25778"/>
                      <a:pt x="75026" y="23019"/>
                      <a:pt x="65353" y="23019"/>
                    </a:cubicBezTo>
                    <a:cubicBezTo>
                      <a:pt x="51425" y="23019"/>
                      <a:pt x="41724" y="27234"/>
                      <a:pt x="36247" y="35670"/>
                    </a:cubicBezTo>
                    <a:cubicBezTo>
                      <a:pt x="30770" y="44100"/>
                      <a:pt x="28030" y="56328"/>
                      <a:pt x="28030" y="72351"/>
                    </a:cubicBezTo>
                    <a:lnTo>
                      <a:pt x="28030" y="142673"/>
                    </a:lnTo>
                    <a:lnTo>
                      <a:pt x="0" y="142673"/>
                    </a:lnTo>
                    <a:lnTo>
                      <a:pt x="0" y="2610"/>
                    </a:lnTo>
                    <a:lnTo>
                      <a:pt x="21953" y="2610"/>
                    </a:lnTo>
                    <a:lnTo>
                      <a:pt x="25928" y="21879"/>
                    </a:lnTo>
                    <a:lnTo>
                      <a:pt x="27473" y="21879"/>
                    </a:lnTo>
                    <a:cubicBezTo>
                      <a:pt x="30477" y="16976"/>
                      <a:pt x="34247" y="12916"/>
                      <a:pt x="38778" y="9698"/>
                    </a:cubicBezTo>
                    <a:cubicBezTo>
                      <a:pt x="43311" y="6477"/>
                      <a:pt x="48383" y="4057"/>
                      <a:pt x="53996" y="2437"/>
                    </a:cubicBezTo>
                    <a:cubicBezTo>
                      <a:pt x="59610" y="810"/>
                      <a:pt x="65471" y="0"/>
                      <a:pt x="71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1912339" y="1550103"/>
                <a:ext cx="131287" cy="145207"/>
              </a:xfrm>
              <a:custGeom>
                <a:rect b="b" l="l" r="r" t="t"/>
                <a:pathLst>
                  <a:path extrusionOk="0" h="145207" w="131287">
                    <a:moveTo>
                      <a:pt x="28815" y="72351"/>
                    </a:moveTo>
                    <a:cubicBezTo>
                      <a:pt x="28815" y="82777"/>
                      <a:pt x="30112" y="91718"/>
                      <a:pt x="32702" y="99174"/>
                    </a:cubicBezTo>
                    <a:cubicBezTo>
                      <a:pt x="35293" y="106622"/>
                      <a:pt x="39296" y="112333"/>
                      <a:pt x="44717" y="116294"/>
                    </a:cubicBezTo>
                    <a:cubicBezTo>
                      <a:pt x="50134" y="120260"/>
                      <a:pt x="57130" y="122241"/>
                      <a:pt x="65708" y="122241"/>
                    </a:cubicBezTo>
                    <a:cubicBezTo>
                      <a:pt x="74214" y="122241"/>
                      <a:pt x="81184" y="120260"/>
                      <a:pt x="86622" y="116294"/>
                    </a:cubicBezTo>
                    <a:cubicBezTo>
                      <a:pt x="92057" y="112333"/>
                      <a:pt x="96048" y="106622"/>
                      <a:pt x="98599" y="99174"/>
                    </a:cubicBezTo>
                    <a:cubicBezTo>
                      <a:pt x="101147" y="91718"/>
                      <a:pt x="102423" y="82777"/>
                      <a:pt x="102423" y="72351"/>
                    </a:cubicBezTo>
                    <a:cubicBezTo>
                      <a:pt x="102423" y="61959"/>
                      <a:pt x="101147" y="53100"/>
                      <a:pt x="98599" y="45770"/>
                    </a:cubicBezTo>
                    <a:cubicBezTo>
                      <a:pt x="96048" y="38445"/>
                      <a:pt x="92065" y="32842"/>
                      <a:pt x="86649" y="28962"/>
                    </a:cubicBezTo>
                    <a:cubicBezTo>
                      <a:pt x="81227" y="25083"/>
                      <a:pt x="74190" y="23141"/>
                      <a:pt x="65531" y="23141"/>
                    </a:cubicBezTo>
                    <a:cubicBezTo>
                      <a:pt x="52800" y="23141"/>
                      <a:pt x="43501" y="27412"/>
                      <a:pt x="37627" y="35949"/>
                    </a:cubicBezTo>
                    <a:cubicBezTo>
                      <a:pt x="31753" y="44483"/>
                      <a:pt x="28816" y="56617"/>
                      <a:pt x="28816" y="72352"/>
                    </a:cubicBezTo>
                    <a:close/>
                    <a:moveTo>
                      <a:pt x="131288" y="72351"/>
                    </a:moveTo>
                    <a:cubicBezTo>
                      <a:pt x="131288" y="83944"/>
                      <a:pt x="129777" y="94253"/>
                      <a:pt x="126754" y="103276"/>
                    </a:cubicBezTo>
                    <a:cubicBezTo>
                      <a:pt x="123734" y="112301"/>
                      <a:pt x="119335" y="119919"/>
                      <a:pt x="113564" y="126133"/>
                    </a:cubicBezTo>
                    <a:cubicBezTo>
                      <a:pt x="107789" y="132340"/>
                      <a:pt x="100842" y="137074"/>
                      <a:pt x="92724" y="140329"/>
                    </a:cubicBezTo>
                    <a:cubicBezTo>
                      <a:pt x="84603" y="143577"/>
                      <a:pt x="75429" y="145208"/>
                      <a:pt x="65200" y="145208"/>
                    </a:cubicBezTo>
                    <a:cubicBezTo>
                      <a:pt x="55646" y="145208"/>
                      <a:pt x="46885" y="143577"/>
                      <a:pt x="38917" y="140329"/>
                    </a:cubicBezTo>
                    <a:cubicBezTo>
                      <a:pt x="30948" y="137075"/>
                      <a:pt x="24058" y="132341"/>
                      <a:pt x="18242" y="126133"/>
                    </a:cubicBezTo>
                    <a:cubicBezTo>
                      <a:pt x="12427" y="119919"/>
                      <a:pt x="7932" y="112301"/>
                      <a:pt x="4760" y="103276"/>
                    </a:cubicBezTo>
                    <a:cubicBezTo>
                      <a:pt x="1585" y="94253"/>
                      <a:pt x="0" y="83944"/>
                      <a:pt x="0" y="72351"/>
                    </a:cubicBezTo>
                    <a:cubicBezTo>
                      <a:pt x="0" y="56953"/>
                      <a:pt x="2653" y="43868"/>
                      <a:pt x="7962" y="33095"/>
                    </a:cubicBezTo>
                    <a:cubicBezTo>
                      <a:pt x="13272" y="22321"/>
                      <a:pt x="20864" y="14114"/>
                      <a:pt x="30738" y="8468"/>
                    </a:cubicBezTo>
                    <a:cubicBezTo>
                      <a:pt x="40613" y="2822"/>
                      <a:pt x="52379" y="0"/>
                      <a:pt x="66036" y="0"/>
                    </a:cubicBezTo>
                    <a:cubicBezTo>
                      <a:pt x="78915" y="0"/>
                      <a:pt x="90259" y="2829"/>
                      <a:pt x="100067" y="8493"/>
                    </a:cubicBezTo>
                    <a:cubicBezTo>
                      <a:pt x="109874" y="14155"/>
                      <a:pt x="117529" y="22374"/>
                      <a:pt x="123033" y="33160"/>
                    </a:cubicBezTo>
                    <a:cubicBezTo>
                      <a:pt x="128535" y="43943"/>
                      <a:pt x="131287" y="57003"/>
                      <a:pt x="131287" y="723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2079926" y="1550103"/>
                <a:ext cx="204083" cy="142673"/>
              </a:xfrm>
              <a:custGeom>
                <a:rect b="b" l="l" r="r" t="t"/>
                <a:pathLst>
                  <a:path extrusionOk="0" h="142673" w="204083">
                    <a:moveTo>
                      <a:pt x="156861" y="0"/>
                    </a:moveTo>
                    <a:cubicBezTo>
                      <a:pt x="172458" y="0"/>
                      <a:pt x="184227" y="4048"/>
                      <a:pt x="192171" y="12144"/>
                    </a:cubicBezTo>
                    <a:cubicBezTo>
                      <a:pt x="200112" y="20240"/>
                      <a:pt x="204084" y="33210"/>
                      <a:pt x="204084" y="51057"/>
                    </a:cubicBezTo>
                    <a:lnTo>
                      <a:pt x="204084" y="142673"/>
                    </a:lnTo>
                    <a:lnTo>
                      <a:pt x="176155" y="142673"/>
                    </a:lnTo>
                    <a:lnTo>
                      <a:pt x="176155" y="55518"/>
                    </a:lnTo>
                    <a:cubicBezTo>
                      <a:pt x="176155" y="44736"/>
                      <a:pt x="174010" y="36621"/>
                      <a:pt x="169725" y="31180"/>
                    </a:cubicBezTo>
                    <a:cubicBezTo>
                      <a:pt x="165436" y="25742"/>
                      <a:pt x="158969" y="23019"/>
                      <a:pt x="150329" y="23019"/>
                    </a:cubicBezTo>
                    <a:cubicBezTo>
                      <a:pt x="138174" y="23019"/>
                      <a:pt x="129417" y="26817"/>
                      <a:pt x="124060" y="34414"/>
                    </a:cubicBezTo>
                    <a:cubicBezTo>
                      <a:pt x="118697" y="42014"/>
                      <a:pt x="116019" y="53077"/>
                      <a:pt x="116019" y="67608"/>
                    </a:cubicBezTo>
                    <a:lnTo>
                      <a:pt x="116019" y="142673"/>
                    </a:lnTo>
                    <a:lnTo>
                      <a:pt x="88040" y="142673"/>
                    </a:lnTo>
                    <a:lnTo>
                      <a:pt x="88040" y="55518"/>
                    </a:lnTo>
                    <a:cubicBezTo>
                      <a:pt x="88040" y="48318"/>
                      <a:pt x="87091" y="42316"/>
                      <a:pt x="85192" y="37508"/>
                    </a:cubicBezTo>
                    <a:cubicBezTo>
                      <a:pt x="83292" y="32699"/>
                      <a:pt x="80434" y="29082"/>
                      <a:pt x="76620" y="26654"/>
                    </a:cubicBezTo>
                    <a:cubicBezTo>
                      <a:pt x="72803" y="24233"/>
                      <a:pt x="67984" y="23019"/>
                      <a:pt x="62162" y="23019"/>
                    </a:cubicBezTo>
                    <a:cubicBezTo>
                      <a:pt x="53771" y="23019"/>
                      <a:pt x="47085" y="24887"/>
                      <a:pt x="42094" y="28621"/>
                    </a:cubicBezTo>
                    <a:cubicBezTo>
                      <a:pt x="37108" y="32358"/>
                      <a:pt x="33515" y="37861"/>
                      <a:pt x="31323" y="45138"/>
                    </a:cubicBezTo>
                    <a:cubicBezTo>
                      <a:pt x="29127" y="52412"/>
                      <a:pt x="28030" y="61321"/>
                      <a:pt x="28030" y="71870"/>
                    </a:cubicBezTo>
                    <a:lnTo>
                      <a:pt x="28030" y="142673"/>
                    </a:lnTo>
                    <a:lnTo>
                      <a:pt x="0" y="142673"/>
                    </a:lnTo>
                    <a:lnTo>
                      <a:pt x="0" y="2610"/>
                    </a:lnTo>
                    <a:lnTo>
                      <a:pt x="21953" y="2610"/>
                    </a:lnTo>
                    <a:lnTo>
                      <a:pt x="25928" y="21650"/>
                    </a:lnTo>
                    <a:lnTo>
                      <a:pt x="27473" y="21650"/>
                    </a:lnTo>
                    <a:cubicBezTo>
                      <a:pt x="30307" y="16784"/>
                      <a:pt x="33859" y="12757"/>
                      <a:pt x="38122" y="9571"/>
                    </a:cubicBezTo>
                    <a:cubicBezTo>
                      <a:pt x="42382" y="6387"/>
                      <a:pt x="47128" y="3996"/>
                      <a:pt x="52363" y="2397"/>
                    </a:cubicBezTo>
                    <a:cubicBezTo>
                      <a:pt x="57594" y="799"/>
                      <a:pt x="63072" y="1"/>
                      <a:pt x="68796" y="1"/>
                    </a:cubicBezTo>
                    <a:cubicBezTo>
                      <a:pt x="79259" y="1"/>
                      <a:pt x="88080" y="1862"/>
                      <a:pt x="95255" y="5593"/>
                    </a:cubicBezTo>
                    <a:cubicBezTo>
                      <a:pt x="102428" y="9316"/>
                      <a:pt x="107755" y="14990"/>
                      <a:pt x="111233" y="22614"/>
                    </a:cubicBezTo>
                    <a:lnTo>
                      <a:pt x="113259" y="22614"/>
                    </a:lnTo>
                    <a:cubicBezTo>
                      <a:pt x="117680" y="14907"/>
                      <a:pt x="123826" y="9213"/>
                      <a:pt x="131691" y="5529"/>
                    </a:cubicBezTo>
                    <a:cubicBezTo>
                      <a:pt x="139558" y="1845"/>
                      <a:pt x="147947" y="2"/>
                      <a:pt x="156861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2327551" y="1552712"/>
                <a:ext cx="28030" cy="140063"/>
              </a:xfrm>
              <a:custGeom>
                <a:rect b="b" l="l" r="r" t="t"/>
                <a:pathLst>
                  <a:path extrusionOk="0" h="140063" w="28030">
                    <a:moveTo>
                      <a:pt x="28030" y="0"/>
                    </a:moveTo>
                    <a:lnTo>
                      <a:pt x="28030" y="140064"/>
                    </a:lnTo>
                    <a:lnTo>
                      <a:pt x="0" y="140064"/>
                    </a:lnTo>
                    <a:lnTo>
                      <a:pt x="0" y="0"/>
                    </a:lnTo>
                    <a:lnTo>
                      <a:pt x="280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2392108" y="1550102"/>
                <a:ext cx="106220" cy="145208"/>
              </a:xfrm>
              <a:custGeom>
                <a:rect b="b" l="l" r="r" t="t"/>
                <a:pathLst>
                  <a:path extrusionOk="0" h="145208" w="106220">
                    <a:moveTo>
                      <a:pt x="64390" y="145208"/>
                    </a:moveTo>
                    <a:cubicBezTo>
                      <a:pt x="51307" y="145208"/>
                      <a:pt x="39930" y="142632"/>
                      <a:pt x="30258" y="137480"/>
                    </a:cubicBezTo>
                    <a:cubicBezTo>
                      <a:pt x="20585" y="132320"/>
                      <a:pt x="13124" y="124429"/>
                      <a:pt x="7875" y="113798"/>
                    </a:cubicBezTo>
                    <a:cubicBezTo>
                      <a:pt x="2624" y="103170"/>
                      <a:pt x="0" y="89693"/>
                      <a:pt x="0" y="73366"/>
                    </a:cubicBezTo>
                    <a:cubicBezTo>
                      <a:pt x="0" y="56365"/>
                      <a:pt x="2851" y="42463"/>
                      <a:pt x="8558" y="31664"/>
                    </a:cubicBezTo>
                    <a:cubicBezTo>
                      <a:pt x="14262" y="20862"/>
                      <a:pt x="22167" y="12888"/>
                      <a:pt x="32273" y="7731"/>
                    </a:cubicBezTo>
                    <a:cubicBezTo>
                      <a:pt x="42374" y="2576"/>
                      <a:pt x="53959" y="0"/>
                      <a:pt x="67024" y="0"/>
                    </a:cubicBezTo>
                    <a:cubicBezTo>
                      <a:pt x="75075" y="0"/>
                      <a:pt x="82465" y="797"/>
                      <a:pt x="89194" y="2397"/>
                    </a:cubicBezTo>
                    <a:cubicBezTo>
                      <a:pt x="95919" y="3991"/>
                      <a:pt x="101593" y="5958"/>
                      <a:pt x="106220" y="8290"/>
                    </a:cubicBezTo>
                    <a:lnTo>
                      <a:pt x="97864" y="30853"/>
                    </a:lnTo>
                    <a:cubicBezTo>
                      <a:pt x="92883" y="28840"/>
                      <a:pt x="87685" y="27115"/>
                      <a:pt x="82266" y="25676"/>
                    </a:cubicBezTo>
                    <a:cubicBezTo>
                      <a:pt x="76849" y="24244"/>
                      <a:pt x="71665" y="23525"/>
                      <a:pt x="66720" y="23525"/>
                    </a:cubicBezTo>
                    <a:cubicBezTo>
                      <a:pt x="58228" y="23525"/>
                      <a:pt x="51179" y="25401"/>
                      <a:pt x="45563" y="29155"/>
                    </a:cubicBezTo>
                    <a:cubicBezTo>
                      <a:pt x="39953" y="32907"/>
                      <a:pt x="35758" y="38458"/>
                      <a:pt x="32979" y="45812"/>
                    </a:cubicBezTo>
                    <a:cubicBezTo>
                      <a:pt x="30203" y="53162"/>
                      <a:pt x="28815" y="62259"/>
                      <a:pt x="28815" y="73109"/>
                    </a:cubicBezTo>
                    <a:cubicBezTo>
                      <a:pt x="28815" y="83623"/>
                      <a:pt x="30205" y="92491"/>
                      <a:pt x="32994" y="99718"/>
                    </a:cubicBezTo>
                    <a:cubicBezTo>
                      <a:pt x="35776" y="106942"/>
                      <a:pt x="39905" y="112411"/>
                      <a:pt x="45375" y="116119"/>
                    </a:cubicBezTo>
                    <a:cubicBezTo>
                      <a:pt x="50843" y="119827"/>
                      <a:pt x="57610" y="121682"/>
                      <a:pt x="65682" y="121682"/>
                    </a:cubicBezTo>
                    <a:cubicBezTo>
                      <a:pt x="73293" y="121682"/>
                      <a:pt x="80123" y="120786"/>
                      <a:pt x="86166" y="118995"/>
                    </a:cubicBezTo>
                    <a:cubicBezTo>
                      <a:pt x="92209" y="117204"/>
                      <a:pt x="97864" y="114897"/>
                      <a:pt x="103131" y="112074"/>
                    </a:cubicBezTo>
                    <a:lnTo>
                      <a:pt x="103131" y="136561"/>
                    </a:lnTo>
                    <a:cubicBezTo>
                      <a:pt x="97982" y="139469"/>
                      <a:pt x="92403" y="141641"/>
                      <a:pt x="86394" y="143065"/>
                    </a:cubicBezTo>
                    <a:cubicBezTo>
                      <a:pt x="80384" y="144493"/>
                      <a:pt x="73050" y="145208"/>
                      <a:pt x="64390" y="1452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2324840" y="1498447"/>
                <a:ext cx="33454" cy="33493"/>
              </a:xfrm>
              <a:custGeom>
                <a:rect b="b" l="l" r="r" t="t"/>
                <a:pathLst>
                  <a:path extrusionOk="0" h="33493" w="33454">
                    <a:moveTo>
                      <a:pt x="33454" y="16747"/>
                    </a:moveTo>
                    <a:cubicBezTo>
                      <a:pt x="33454" y="25996"/>
                      <a:pt x="25965" y="33494"/>
                      <a:pt x="16727" y="33494"/>
                    </a:cubicBezTo>
                    <a:cubicBezTo>
                      <a:pt x="7489" y="33494"/>
                      <a:pt x="0" y="25996"/>
                      <a:pt x="0" y="16747"/>
                    </a:cubicBezTo>
                    <a:cubicBezTo>
                      <a:pt x="0" y="7498"/>
                      <a:pt x="7489" y="0"/>
                      <a:pt x="16727" y="0"/>
                    </a:cubicBezTo>
                    <a:cubicBezTo>
                      <a:pt x="25965" y="0"/>
                      <a:pt x="33454" y="7498"/>
                      <a:pt x="33454" y="167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1382198" y="1604437"/>
                <a:ext cx="36495" cy="36538"/>
              </a:xfrm>
              <a:custGeom>
                <a:rect b="b" l="l" r="r" t="t"/>
                <a:pathLst>
                  <a:path extrusionOk="0" h="36538" w="36495">
                    <a:moveTo>
                      <a:pt x="36496" y="18269"/>
                    </a:moveTo>
                    <a:cubicBezTo>
                      <a:pt x="36496" y="28359"/>
                      <a:pt x="28326" y="36539"/>
                      <a:pt x="18248" y="36539"/>
                    </a:cubicBezTo>
                    <a:cubicBezTo>
                      <a:pt x="8170" y="36539"/>
                      <a:pt x="0" y="28359"/>
                      <a:pt x="0" y="18269"/>
                    </a:cubicBezTo>
                    <a:cubicBezTo>
                      <a:pt x="0" y="8180"/>
                      <a:pt x="8170" y="0"/>
                      <a:pt x="18248" y="0"/>
                    </a:cubicBezTo>
                    <a:cubicBezTo>
                      <a:pt x="28326" y="0"/>
                      <a:pt x="36496" y="8180"/>
                      <a:pt x="36496" y="1826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8" name="Google Shape;28;p2"/>
          <p:cNvSpPr/>
          <p:nvPr>
            <p:ph idx="2" type="pic"/>
          </p:nvPr>
        </p:nvSpPr>
        <p:spPr>
          <a:xfrm>
            <a:off x="3950494" y="-80194"/>
            <a:ext cx="5283000" cy="4730700"/>
          </a:xfrm>
          <a:prstGeom prst="roundRect">
            <a:avLst>
              <a:gd fmla="val 685" name="adj"/>
            </a:avLst>
          </a:prstGeom>
          <a:solidFill>
            <a:srgbClr val="F2F2F2"/>
          </a:solidFill>
          <a:ln>
            <a:noFill/>
          </a:ln>
          <a:effectLst>
            <a:outerShdw blurRad="42863" rotWithShape="0" algn="bl" dist="14288">
              <a:srgbClr val="000000">
                <a:alpha val="0"/>
              </a:srgbClr>
            </a:outerShdw>
            <a:reflection blurRad="0" dir="5400000" dist="28575" endA="0" endPos="1000" fadeDir="5400012" kx="0" rotWithShape="0" algn="bl" stA="0" stPos="0" sy="-100000" ky="0"/>
          </a:effectLst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Front page" showMasterSp="0">
  <p:cSld name="1_Title Slide_1">
    <p:bg>
      <p:bgPr>
        <a:solidFill>
          <a:schemeClr val="lt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/>
          <p:nvPr>
            <p:ph type="ctrTitle"/>
          </p:nvPr>
        </p:nvSpPr>
        <p:spPr>
          <a:xfrm>
            <a:off x="602457" y="1600199"/>
            <a:ext cx="2673000" cy="18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0" sz="3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31" name="Google Shape;31;p3"/>
          <p:cNvSpPr txBox="1"/>
          <p:nvPr>
            <p:ph idx="1" type="subTitle"/>
          </p:nvPr>
        </p:nvSpPr>
        <p:spPr>
          <a:xfrm>
            <a:off x="602456" y="3560838"/>
            <a:ext cx="26730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grpSp>
        <p:nvGrpSpPr>
          <p:cNvPr id="32" name="Google Shape;32;p3"/>
          <p:cNvGrpSpPr/>
          <p:nvPr/>
        </p:nvGrpSpPr>
        <p:grpSpPr>
          <a:xfrm>
            <a:off x="602455" y="600075"/>
            <a:ext cx="1271291" cy="286819"/>
            <a:chOff x="803273" y="1403982"/>
            <a:chExt cx="1695055" cy="382426"/>
          </a:xfrm>
        </p:grpSpPr>
        <p:grpSp>
          <p:nvGrpSpPr>
            <p:cNvPr id="33" name="Google Shape;33;p3"/>
            <p:cNvGrpSpPr/>
            <p:nvPr/>
          </p:nvGrpSpPr>
          <p:grpSpPr>
            <a:xfrm>
              <a:off x="803273" y="1403982"/>
              <a:ext cx="381273" cy="382426"/>
              <a:chOff x="803273" y="1403982"/>
              <a:chExt cx="381273" cy="382426"/>
            </a:xfrm>
          </p:grpSpPr>
          <p:sp>
            <p:nvSpPr>
              <p:cNvPr id="34" name="Google Shape;34;p3"/>
              <p:cNvSpPr/>
              <p:nvPr/>
            </p:nvSpPr>
            <p:spPr>
              <a:xfrm>
                <a:off x="803273" y="1622312"/>
                <a:ext cx="72990" cy="73076"/>
              </a:xfrm>
              <a:custGeom>
                <a:rect b="b" l="l" r="r" t="t"/>
                <a:pathLst>
                  <a:path extrusionOk="0" h="73076" w="72990">
                    <a:moveTo>
                      <a:pt x="43615" y="709"/>
                    </a:moveTo>
                    <a:cubicBezTo>
                      <a:pt x="23850" y="-3227"/>
                      <a:pt x="4640" y="9625"/>
                      <a:pt x="708" y="29412"/>
                    </a:cubicBezTo>
                    <a:cubicBezTo>
                      <a:pt x="-3223" y="49200"/>
                      <a:pt x="9611" y="68431"/>
                      <a:pt x="29376" y="72368"/>
                    </a:cubicBezTo>
                    <a:cubicBezTo>
                      <a:pt x="49144" y="76304"/>
                      <a:pt x="68351" y="63452"/>
                      <a:pt x="72283" y="43664"/>
                    </a:cubicBezTo>
                    <a:cubicBezTo>
                      <a:pt x="76214" y="23877"/>
                      <a:pt x="63380" y="4645"/>
                      <a:pt x="43615" y="70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988961" y="1664614"/>
                <a:ext cx="121650" cy="121794"/>
              </a:xfrm>
              <a:custGeom>
                <a:rect b="b" l="l" r="r" t="t"/>
                <a:pathLst>
                  <a:path extrusionOk="0" h="121794" w="121650">
                    <a:moveTo>
                      <a:pt x="72689" y="1182"/>
                    </a:moveTo>
                    <a:cubicBezTo>
                      <a:pt x="39751" y="-5380"/>
                      <a:pt x="7735" y="16038"/>
                      <a:pt x="1180" y="49020"/>
                    </a:cubicBezTo>
                    <a:cubicBezTo>
                      <a:pt x="-5372" y="82002"/>
                      <a:pt x="16021" y="114053"/>
                      <a:pt x="48961" y="120613"/>
                    </a:cubicBezTo>
                    <a:cubicBezTo>
                      <a:pt x="81905" y="127173"/>
                      <a:pt x="113921" y="105754"/>
                      <a:pt x="120470" y="72775"/>
                    </a:cubicBezTo>
                    <a:cubicBezTo>
                      <a:pt x="127025" y="39796"/>
                      <a:pt x="105632" y="7745"/>
                      <a:pt x="72689" y="118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>
                <a:off x="830347" y="1403982"/>
                <a:ext cx="354199" cy="227082"/>
              </a:xfrm>
              <a:custGeom>
                <a:rect b="b" l="l" r="r" t="t"/>
                <a:pathLst>
                  <a:path extrusionOk="0" h="227082" w="354199">
                    <a:moveTo>
                      <a:pt x="295472" y="1432"/>
                    </a:moveTo>
                    <a:cubicBezTo>
                      <a:pt x="255936" y="-6483"/>
                      <a:pt x="217495" y="19213"/>
                      <a:pt x="209586" y="58797"/>
                    </a:cubicBezTo>
                    <a:lnTo>
                      <a:pt x="202532" y="94606"/>
                    </a:lnTo>
                    <a:cubicBezTo>
                      <a:pt x="197302" y="121034"/>
                      <a:pt x="171632" y="138206"/>
                      <a:pt x="145232" y="132970"/>
                    </a:cubicBezTo>
                    <a:lnTo>
                      <a:pt x="121389" y="128100"/>
                    </a:lnTo>
                    <a:cubicBezTo>
                      <a:pt x="95113" y="122861"/>
                      <a:pt x="77962" y="97286"/>
                      <a:pt x="83192" y="70855"/>
                    </a:cubicBezTo>
                    <a:lnTo>
                      <a:pt x="84406" y="64887"/>
                    </a:lnTo>
                    <a:cubicBezTo>
                      <a:pt x="88909" y="41869"/>
                      <a:pt x="73946" y="19336"/>
                      <a:pt x="50953" y="14831"/>
                    </a:cubicBezTo>
                    <a:cubicBezTo>
                      <a:pt x="27840" y="10201"/>
                      <a:pt x="5458" y="25182"/>
                      <a:pt x="834" y="48324"/>
                    </a:cubicBezTo>
                    <a:cubicBezTo>
                      <a:pt x="-3790" y="71342"/>
                      <a:pt x="11297" y="93754"/>
                      <a:pt x="34288" y="98380"/>
                    </a:cubicBezTo>
                    <a:lnTo>
                      <a:pt x="40248" y="99599"/>
                    </a:lnTo>
                    <a:cubicBezTo>
                      <a:pt x="66645" y="104835"/>
                      <a:pt x="83800" y="130536"/>
                      <a:pt x="78448" y="156842"/>
                    </a:cubicBezTo>
                    <a:lnTo>
                      <a:pt x="76135" y="168777"/>
                    </a:lnTo>
                    <a:cubicBezTo>
                      <a:pt x="70905" y="195205"/>
                      <a:pt x="88059" y="220905"/>
                      <a:pt x="114335" y="226142"/>
                    </a:cubicBezTo>
                    <a:cubicBezTo>
                      <a:pt x="140732" y="231381"/>
                      <a:pt x="166402" y="214206"/>
                      <a:pt x="171632" y="187777"/>
                    </a:cubicBezTo>
                    <a:lnTo>
                      <a:pt x="173942" y="175842"/>
                    </a:lnTo>
                    <a:cubicBezTo>
                      <a:pt x="179172" y="149532"/>
                      <a:pt x="204842" y="132361"/>
                      <a:pt x="231117" y="137597"/>
                    </a:cubicBezTo>
                    <a:lnTo>
                      <a:pt x="267007" y="144784"/>
                    </a:lnTo>
                    <a:cubicBezTo>
                      <a:pt x="306543" y="152578"/>
                      <a:pt x="344983" y="126881"/>
                      <a:pt x="352768" y="87297"/>
                    </a:cubicBezTo>
                    <a:cubicBezTo>
                      <a:pt x="360677" y="47714"/>
                      <a:pt x="335007" y="9226"/>
                      <a:pt x="295471" y="14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" name="Google Shape;37;p3"/>
            <p:cNvGrpSpPr/>
            <p:nvPr/>
          </p:nvGrpSpPr>
          <p:grpSpPr>
            <a:xfrm>
              <a:off x="1220994" y="1498447"/>
              <a:ext cx="1277334" cy="196864"/>
              <a:chOff x="1220994" y="1498447"/>
              <a:chExt cx="1277334" cy="196864"/>
            </a:xfrm>
          </p:grpSpPr>
          <p:sp>
            <p:nvSpPr>
              <p:cNvPr id="38" name="Google Shape;38;p3"/>
              <p:cNvSpPr/>
              <p:nvPr/>
            </p:nvSpPr>
            <p:spPr>
              <a:xfrm>
                <a:off x="1220994" y="1550103"/>
                <a:ext cx="122754" cy="145208"/>
              </a:xfrm>
              <a:custGeom>
                <a:rect b="b" l="l" r="r" t="t"/>
                <a:pathLst>
                  <a:path extrusionOk="0" h="145208" w="122754">
                    <a:moveTo>
                      <a:pt x="63402" y="21368"/>
                    </a:moveTo>
                    <a:cubicBezTo>
                      <a:pt x="53661" y="21368"/>
                      <a:pt x="45808" y="24536"/>
                      <a:pt x="39843" y="30875"/>
                    </a:cubicBezTo>
                    <a:cubicBezTo>
                      <a:pt x="33874" y="37212"/>
                      <a:pt x="30366" y="46409"/>
                      <a:pt x="29321" y="58457"/>
                    </a:cubicBezTo>
                    <a:lnTo>
                      <a:pt x="95053" y="58457"/>
                    </a:lnTo>
                    <a:cubicBezTo>
                      <a:pt x="94967" y="51172"/>
                      <a:pt x="93781" y="44746"/>
                      <a:pt x="91496" y="39163"/>
                    </a:cubicBezTo>
                    <a:cubicBezTo>
                      <a:pt x="89207" y="33590"/>
                      <a:pt x="85755" y="29228"/>
                      <a:pt x="81141" y="26082"/>
                    </a:cubicBezTo>
                    <a:cubicBezTo>
                      <a:pt x="76523" y="22942"/>
                      <a:pt x="70609" y="21368"/>
                      <a:pt x="63402" y="21368"/>
                    </a:cubicBezTo>
                    <a:close/>
                    <a:moveTo>
                      <a:pt x="63453" y="0"/>
                    </a:moveTo>
                    <a:cubicBezTo>
                      <a:pt x="75808" y="0"/>
                      <a:pt x="86410" y="2585"/>
                      <a:pt x="95256" y="7756"/>
                    </a:cubicBezTo>
                    <a:cubicBezTo>
                      <a:pt x="104099" y="12929"/>
                      <a:pt x="110896" y="20247"/>
                      <a:pt x="115639" y="29710"/>
                    </a:cubicBezTo>
                    <a:cubicBezTo>
                      <a:pt x="120382" y="39174"/>
                      <a:pt x="122755" y="50431"/>
                      <a:pt x="122755" y="63477"/>
                    </a:cubicBezTo>
                    <a:lnTo>
                      <a:pt x="122755" y="78842"/>
                    </a:lnTo>
                    <a:lnTo>
                      <a:pt x="28739" y="78842"/>
                    </a:lnTo>
                    <a:cubicBezTo>
                      <a:pt x="29042" y="92986"/>
                      <a:pt x="32770" y="103862"/>
                      <a:pt x="39917" y="111466"/>
                    </a:cubicBezTo>
                    <a:cubicBezTo>
                      <a:pt x="47067" y="119072"/>
                      <a:pt x="57097" y="122875"/>
                      <a:pt x="70012" y="122875"/>
                    </a:cubicBezTo>
                    <a:cubicBezTo>
                      <a:pt x="78923" y="122875"/>
                      <a:pt x="86904" y="122016"/>
                      <a:pt x="93951" y="120299"/>
                    </a:cubicBezTo>
                    <a:cubicBezTo>
                      <a:pt x="100999" y="118589"/>
                      <a:pt x="108288" y="116053"/>
                      <a:pt x="115817" y="112709"/>
                    </a:cubicBezTo>
                    <a:lnTo>
                      <a:pt x="115817" y="135802"/>
                    </a:lnTo>
                    <a:cubicBezTo>
                      <a:pt x="108809" y="139066"/>
                      <a:pt x="101721" y="141449"/>
                      <a:pt x="94548" y="142951"/>
                    </a:cubicBezTo>
                    <a:cubicBezTo>
                      <a:pt x="87372" y="144456"/>
                      <a:pt x="78789" y="145208"/>
                      <a:pt x="68796" y="145208"/>
                    </a:cubicBezTo>
                    <a:cubicBezTo>
                      <a:pt x="55139" y="145208"/>
                      <a:pt x="43151" y="142518"/>
                      <a:pt x="32830" y="137133"/>
                    </a:cubicBezTo>
                    <a:cubicBezTo>
                      <a:pt x="22505" y="131752"/>
                      <a:pt x="14454" y="123747"/>
                      <a:pt x="8671" y="113116"/>
                    </a:cubicBezTo>
                    <a:cubicBezTo>
                      <a:pt x="2890" y="102488"/>
                      <a:pt x="0" y="89318"/>
                      <a:pt x="0" y="73617"/>
                    </a:cubicBezTo>
                    <a:cubicBezTo>
                      <a:pt x="0" y="58037"/>
                      <a:pt x="2625" y="44760"/>
                      <a:pt x="7875" y="33793"/>
                    </a:cubicBezTo>
                    <a:cubicBezTo>
                      <a:pt x="13124" y="22827"/>
                      <a:pt x="20510" y="14450"/>
                      <a:pt x="30030" y="8671"/>
                    </a:cubicBezTo>
                    <a:cubicBezTo>
                      <a:pt x="39551" y="2887"/>
                      <a:pt x="50691" y="0"/>
                      <a:pt x="634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>
                <a:off x="1457967" y="1550102"/>
                <a:ext cx="106219" cy="145208"/>
              </a:xfrm>
              <a:custGeom>
                <a:rect b="b" l="l" r="r" t="t"/>
                <a:pathLst>
                  <a:path extrusionOk="0" h="145208" w="106219">
                    <a:moveTo>
                      <a:pt x="64390" y="145208"/>
                    </a:moveTo>
                    <a:cubicBezTo>
                      <a:pt x="51306" y="145208"/>
                      <a:pt x="39929" y="142632"/>
                      <a:pt x="30258" y="137480"/>
                    </a:cubicBezTo>
                    <a:cubicBezTo>
                      <a:pt x="20585" y="132320"/>
                      <a:pt x="13124" y="124429"/>
                      <a:pt x="7875" y="113798"/>
                    </a:cubicBezTo>
                    <a:cubicBezTo>
                      <a:pt x="2624" y="103170"/>
                      <a:pt x="0" y="89693"/>
                      <a:pt x="0" y="73366"/>
                    </a:cubicBezTo>
                    <a:cubicBezTo>
                      <a:pt x="0" y="56365"/>
                      <a:pt x="2851" y="42463"/>
                      <a:pt x="8558" y="31664"/>
                    </a:cubicBezTo>
                    <a:cubicBezTo>
                      <a:pt x="14262" y="20862"/>
                      <a:pt x="22167" y="12888"/>
                      <a:pt x="32273" y="7731"/>
                    </a:cubicBezTo>
                    <a:cubicBezTo>
                      <a:pt x="42374" y="2576"/>
                      <a:pt x="53959" y="0"/>
                      <a:pt x="67024" y="0"/>
                    </a:cubicBezTo>
                    <a:cubicBezTo>
                      <a:pt x="75075" y="0"/>
                      <a:pt x="82465" y="797"/>
                      <a:pt x="89194" y="2397"/>
                    </a:cubicBezTo>
                    <a:cubicBezTo>
                      <a:pt x="95919" y="3991"/>
                      <a:pt x="101593" y="5958"/>
                      <a:pt x="106220" y="8290"/>
                    </a:cubicBezTo>
                    <a:lnTo>
                      <a:pt x="97864" y="30853"/>
                    </a:lnTo>
                    <a:cubicBezTo>
                      <a:pt x="92883" y="28840"/>
                      <a:pt x="87685" y="27115"/>
                      <a:pt x="82266" y="25676"/>
                    </a:cubicBezTo>
                    <a:cubicBezTo>
                      <a:pt x="76848" y="24244"/>
                      <a:pt x="71665" y="23525"/>
                      <a:pt x="66720" y="23525"/>
                    </a:cubicBezTo>
                    <a:cubicBezTo>
                      <a:pt x="58228" y="23525"/>
                      <a:pt x="51179" y="25401"/>
                      <a:pt x="45563" y="29155"/>
                    </a:cubicBezTo>
                    <a:cubicBezTo>
                      <a:pt x="39953" y="32907"/>
                      <a:pt x="35758" y="38458"/>
                      <a:pt x="32979" y="45812"/>
                    </a:cubicBezTo>
                    <a:cubicBezTo>
                      <a:pt x="30203" y="53162"/>
                      <a:pt x="28815" y="62259"/>
                      <a:pt x="28815" y="73109"/>
                    </a:cubicBezTo>
                    <a:cubicBezTo>
                      <a:pt x="28815" y="83623"/>
                      <a:pt x="30205" y="92491"/>
                      <a:pt x="32993" y="99718"/>
                    </a:cubicBezTo>
                    <a:cubicBezTo>
                      <a:pt x="35776" y="106942"/>
                      <a:pt x="39905" y="112411"/>
                      <a:pt x="45375" y="116119"/>
                    </a:cubicBezTo>
                    <a:cubicBezTo>
                      <a:pt x="50843" y="119827"/>
                      <a:pt x="57610" y="121682"/>
                      <a:pt x="65682" y="121682"/>
                    </a:cubicBezTo>
                    <a:cubicBezTo>
                      <a:pt x="73293" y="121682"/>
                      <a:pt x="80122" y="120786"/>
                      <a:pt x="86166" y="118995"/>
                    </a:cubicBezTo>
                    <a:cubicBezTo>
                      <a:pt x="92209" y="117204"/>
                      <a:pt x="97864" y="114897"/>
                      <a:pt x="103131" y="112074"/>
                    </a:cubicBezTo>
                    <a:lnTo>
                      <a:pt x="103131" y="136561"/>
                    </a:lnTo>
                    <a:cubicBezTo>
                      <a:pt x="97982" y="139469"/>
                      <a:pt x="92403" y="141641"/>
                      <a:pt x="86394" y="143065"/>
                    </a:cubicBezTo>
                    <a:cubicBezTo>
                      <a:pt x="80384" y="144493"/>
                      <a:pt x="73050" y="145208"/>
                      <a:pt x="64390" y="1452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1587524" y="1550103"/>
                <a:ext cx="131287" cy="145207"/>
              </a:xfrm>
              <a:custGeom>
                <a:rect b="b" l="l" r="r" t="t"/>
                <a:pathLst>
                  <a:path extrusionOk="0" h="145207" w="131287">
                    <a:moveTo>
                      <a:pt x="28815" y="72351"/>
                    </a:moveTo>
                    <a:cubicBezTo>
                      <a:pt x="28815" y="82777"/>
                      <a:pt x="30112" y="91718"/>
                      <a:pt x="32702" y="99174"/>
                    </a:cubicBezTo>
                    <a:cubicBezTo>
                      <a:pt x="35293" y="106622"/>
                      <a:pt x="39296" y="112333"/>
                      <a:pt x="44717" y="116294"/>
                    </a:cubicBezTo>
                    <a:cubicBezTo>
                      <a:pt x="50134" y="120260"/>
                      <a:pt x="57130" y="122241"/>
                      <a:pt x="65708" y="122241"/>
                    </a:cubicBezTo>
                    <a:cubicBezTo>
                      <a:pt x="74214" y="122241"/>
                      <a:pt x="81184" y="120260"/>
                      <a:pt x="86622" y="116294"/>
                    </a:cubicBezTo>
                    <a:cubicBezTo>
                      <a:pt x="92057" y="112333"/>
                      <a:pt x="96048" y="106622"/>
                      <a:pt x="98599" y="99174"/>
                    </a:cubicBezTo>
                    <a:cubicBezTo>
                      <a:pt x="101147" y="91718"/>
                      <a:pt x="102423" y="82777"/>
                      <a:pt x="102423" y="72351"/>
                    </a:cubicBezTo>
                    <a:cubicBezTo>
                      <a:pt x="102423" y="61959"/>
                      <a:pt x="101147" y="53100"/>
                      <a:pt x="98599" y="45770"/>
                    </a:cubicBezTo>
                    <a:cubicBezTo>
                      <a:pt x="96048" y="38445"/>
                      <a:pt x="92065" y="32842"/>
                      <a:pt x="86649" y="28962"/>
                    </a:cubicBezTo>
                    <a:cubicBezTo>
                      <a:pt x="81228" y="25083"/>
                      <a:pt x="74190" y="23141"/>
                      <a:pt x="65531" y="23141"/>
                    </a:cubicBezTo>
                    <a:cubicBezTo>
                      <a:pt x="52800" y="23141"/>
                      <a:pt x="43501" y="27412"/>
                      <a:pt x="37627" y="35949"/>
                    </a:cubicBezTo>
                    <a:cubicBezTo>
                      <a:pt x="31753" y="44483"/>
                      <a:pt x="28816" y="56617"/>
                      <a:pt x="28816" y="72352"/>
                    </a:cubicBezTo>
                    <a:close/>
                    <a:moveTo>
                      <a:pt x="131288" y="72351"/>
                    </a:moveTo>
                    <a:cubicBezTo>
                      <a:pt x="131288" y="83944"/>
                      <a:pt x="129777" y="94253"/>
                      <a:pt x="126754" y="103276"/>
                    </a:cubicBezTo>
                    <a:cubicBezTo>
                      <a:pt x="123734" y="112301"/>
                      <a:pt x="119335" y="119919"/>
                      <a:pt x="113564" y="126133"/>
                    </a:cubicBezTo>
                    <a:cubicBezTo>
                      <a:pt x="107789" y="132340"/>
                      <a:pt x="100842" y="137074"/>
                      <a:pt x="92724" y="140329"/>
                    </a:cubicBezTo>
                    <a:cubicBezTo>
                      <a:pt x="84603" y="143577"/>
                      <a:pt x="75430" y="145208"/>
                      <a:pt x="65200" y="145208"/>
                    </a:cubicBezTo>
                    <a:cubicBezTo>
                      <a:pt x="55646" y="145208"/>
                      <a:pt x="46885" y="143577"/>
                      <a:pt x="38917" y="140329"/>
                    </a:cubicBezTo>
                    <a:cubicBezTo>
                      <a:pt x="30948" y="137075"/>
                      <a:pt x="24058" y="132341"/>
                      <a:pt x="18243" y="126133"/>
                    </a:cubicBezTo>
                    <a:cubicBezTo>
                      <a:pt x="12427" y="119919"/>
                      <a:pt x="7932" y="112301"/>
                      <a:pt x="4760" y="103276"/>
                    </a:cubicBezTo>
                    <a:cubicBezTo>
                      <a:pt x="1585" y="94253"/>
                      <a:pt x="0" y="83944"/>
                      <a:pt x="0" y="72351"/>
                    </a:cubicBezTo>
                    <a:cubicBezTo>
                      <a:pt x="0" y="56953"/>
                      <a:pt x="2653" y="43868"/>
                      <a:pt x="7962" y="33095"/>
                    </a:cubicBezTo>
                    <a:cubicBezTo>
                      <a:pt x="13272" y="22321"/>
                      <a:pt x="20864" y="14114"/>
                      <a:pt x="30738" y="8468"/>
                    </a:cubicBezTo>
                    <a:cubicBezTo>
                      <a:pt x="40613" y="2822"/>
                      <a:pt x="52379" y="0"/>
                      <a:pt x="66036" y="0"/>
                    </a:cubicBezTo>
                    <a:cubicBezTo>
                      <a:pt x="78915" y="0"/>
                      <a:pt x="90259" y="2829"/>
                      <a:pt x="100067" y="8493"/>
                    </a:cubicBezTo>
                    <a:cubicBezTo>
                      <a:pt x="109874" y="14155"/>
                      <a:pt x="117529" y="22374"/>
                      <a:pt x="123033" y="33160"/>
                    </a:cubicBezTo>
                    <a:cubicBezTo>
                      <a:pt x="128535" y="43943"/>
                      <a:pt x="131287" y="57003"/>
                      <a:pt x="131287" y="723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1755109" y="1550102"/>
                <a:ext cx="121717" cy="142673"/>
              </a:xfrm>
              <a:custGeom>
                <a:rect b="b" l="l" r="r" t="t"/>
                <a:pathLst>
                  <a:path extrusionOk="0" h="142673" w="121717">
                    <a:moveTo>
                      <a:pt x="71582" y="1"/>
                    </a:moveTo>
                    <a:cubicBezTo>
                      <a:pt x="87498" y="1"/>
                      <a:pt x="99836" y="4069"/>
                      <a:pt x="108587" y="12206"/>
                    </a:cubicBezTo>
                    <a:cubicBezTo>
                      <a:pt x="117341" y="20347"/>
                      <a:pt x="121717" y="33395"/>
                      <a:pt x="121717" y="51361"/>
                    </a:cubicBezTo>
                    <a:lnTo>
                      <a:pt x="121717" y="142673"/>
                    </a:lnTo>
                    <a:lnTo>
                      <a:pt x="93789" y="142673"/>
                    </a:lnTo>
                    <a:lnTo>
                      <a:pt x="93789" y="56074"/>
                    </a:lnTo>
                    <a:cubicBezTo>
                      <a:pt x="93789" y="45072"/>
                      <a:pt x="91466" y="36816"/>
                      <a:pt x="86825" y="31294"/>
                    </a:cubicBezTo>
                    <a:cubicBezTo>
                      <a:pt x="82181" y="25778"/>
                      <a:pt x="75026" y="23019"/>
                      <a:pt x="65353" y="23019"/>
                    </a:cubicBezTo>
                    <a:cubicBezTo>
                      <a:pt x="51425" y="23019"/>
                      <a:pt x="41724" y="27234"/>
                      <a:pt x="36247" y="35670"/>
                    </a:cubicBezTo>
                    <a:cubicBezTo>
                      <a:pt x="30770" y="44100"/>
                      <a:pt x="28030" y="56328"/>
                      <a:pt x="28030" y="72351"/>
                    </a:cubicBezTo>
                    <a:lnTo>
                      <a:pt x="28030" y="142673"/>
                    </a:lnTo>
                    <a:lnTo>
                      <a:pt x="0" y="142673"/>
                    </a:lnTo>
                    <a:lnTo>
                      <a:pt x="0" y="2610"/>
                    </a:lnTo>
                    <a:lnTo>
                      <a:pt x="21953" y="2610"/>
                    </a:lnTo>
                    <a:lnTo>
                      <a:pt x="25928" y="21879"/>
                    </a:lnTo>
                    <a:lnTo>
                      <a:pt x="27473" y="21879"/>
                    </a:lnTo>
                    <a:cubicBezTo>
                      <a:pt x="30477" y="16976"/>
                      <a:pt x="34247" y="12916"/>
                      <a:pt x="38778" y="9698"/>
                    </a:cubicBezTo>
                    <a:cubicBezTo>
                      <a:pt x="43311" y="6477"/>
                      <a:pt x="48383" y="4057"/>
                      <a:pt x="53996" y="2437"/>
                    </a:cubicBezTo>
                    <a:cubicBezTo>
                      <a:pt x="59610" y="810"/>
                      <a:pt x="65471" y="0"/>
                      <a:pt x="71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1912339" y="1550103"/>
                <a:ext cx="131287" cy="145207"/>
              </a:xfrm>
              <a:custGeom>
                <a:rect b="b" l="l" r="r" t="t"/>
                <a:pathLst>
                  <a:path extrusionOk="0" h="145207" w="131287">
                    <a:moveTo>
                      <a:pt x="28815" y="72351"/>
                    </a:moveTo>
                    <a:cubicBezTo>
                      <a:pt x="28815" y="82777"/>
                      <a:pt x="30112" y="91718"/>
                      <a:pt x="32702" y="99174"/>
                    </a:cubicBezTo>
                    <a:cubicBezTo>
                      <a:pt x="35293" y="106622"/>
                      <a:pt x="39296" y="112333"/>
                      <a:pt x="44717" y="116294"/>
                    </a:cubicBezTo>
                    <a:cubicBezTo>
                      <a:pt x="50134" y="120260"/>
                      <a:pt x="57130" y="122241"/>
                      <a:pt x="65708" y="122241"/>
                    </a:cubicBezTo>
                    <a:cubicBezTo>
                      <a:pt x="74214" y="122241"/>
                      <a:pt x="81184" y="120260"/>
                      <a:pt x="86622" y="116294"/>
                    </a:cubicBezTo>
                    <a:cubicBezTo>
                      <a:pt x="92057" y="112333"/>
                      <a:pt x="96048" y="106622"/>
                      <a:pt x="98599" y="99174"/>
                    </a:cubicBezTo>
                    <a:cubicBezTo>
                      <a:pt x="101147" y="91718"/>
                      <a:pt x="102423" y="82777"/>
                      <a:pt x="102423" y="72351"/>
                    </a:cubicBezTo>
                    <a:cubicBezTo>
                      <a:pt x="102423" y="61959"/>
                      <a:pt x="101147" y="53100"/>
                      <a:pt x="98599" y="45770"/>
                    </a:cubicBezTo>
                    <a:cubicBezTo>
                      <a:pt x="96048" y="38445"/>
                      <a:pt x="92065" y="32842"/>
                      <a:pt x="86649" y="28962"/>
                    </a:cubicBezTo>
                    <a:cubicBezTo>
                      <a:pt x="81227" y="25083"/>
                      <a:pt x="74190" y="23141"/>
                      <a:pt x="65531" y="23141"/>
                    </a:cubicBezTo>
                    <a:cubicBezTo>
                      <a:pt x="52800" y="23141"/>
                      <a:pt x="43501" y="27412"/>
                      <a:pt x="37627" y="35949"/>
                    </a:cubicBezTo>
                    <a:cubicBezTo>
                      <a:pt x="31753" y="44483"/>
                      <a:pt x="28816" y="56617"/>
                      <a:pt x="28816" y="72352"/>
                    </a:cubicBezTo>
                    <a:close/>
                    <a:moveTo>
                      <a:pt x="131288" y="72351"/>
                    </a:moveTo>
                    <a:cubicBezTo>
                      <a:pt x="131288" y="83944"/>
                      <a:pt x="129777" y="94253"/>
                      <a:pt x="126754" y="103276"/>
                    </a:cubicBezTo>
                    <a:cubicBezTo>
                      <a:pt x="123734" y="112301"/>
                      <a:pt x="119335" y="119919"/>
                      <a:pt x="113564" y="126133"/>
                    </a:cubicBezTo>
                    <a:cubicBezTo>
                      <a:pt x="107789" y="132340"/>
                      <a:pt x="100842" y="137074"/>
                      <a:pt x="92724" y="140329"/>
                    </a:cubicBezTo>
                    <a:cubicBezTo>
                      <a:pt x="84603" y="143577"/>
                      <a:pt x="75429" y="145208"/>
                      <a:pt x="65200" y="145208"/>
                    </a:cubicBezTo>
                    <a:cubicBezTo>
                      <a:pt x="55646" y="145208"/>
                      <a:pt x="46885" y="143577"/>
                      <a:pt x="38917" y="140329"/>
                    </a:cubicBezTo>
                    <a:cubicBezTo>
                      <a:pt x="30948" y="137075"/>
                      <a:pt x="24058" y="132341"/>
                      <a:pt x="18242" y="126133"/>
                    </a:cubicBezTo>
                    <a:cubicBezTo>
                      <a:pt x="12427" y="119919"/>
                      <a:pt x="7932" y="112301"/>
                      <a:pt x="4760" y="103276"/>
                    </a:cubicBezTo>
                    <a:cubicBezTo>
                      <a:pt x="1585" y="94253"/>
                      <a:pt x="0" y="83944"/>
                      <a:pt x="0" y="72351"/>
                    </a:cubicBezTo>
                    <a:cubicBezTo>
                      <a:pt x="0" y="56953"/>
                      <a:pt x="2653" y="43868"/>
                      <a:pt x="7962" y="33095"/>
                    </a:cubicBezTo>
                    <a:cubicBezTo>
                      <a:pt x="13272" y="22321"/>
                      <a:pt x="20864" y="14114"/>
                      <a:pt x="30738" y="8468"/>
                    </a:cubicBezTo>
                    <a:cubicBezTo>
                      <a:pt x="40613" y="2822"/>
                      <a:pt x="52379" y="0"/>
                      <a:pt x="66036" y="0"/>
                    </a:cubicBezTo>
                    <a:cubicBezTo>
                      <a:pt x="78915" y="0"/>
                      <a:pt x="90259" y="2829"/>
                      <a:pt x="100067" y="8493"/>
                    </a:cubicBezTo>
                    <a:cubicBezTo>
                      <a:pt x="109874" y="14155"/>
                      <a:pt x="117529" y="22374"/>
                      <a:pt x="123033" y="33160"/>
                    </a:cubicBezTo>
                    <a:cubicBezTo>
                      <a:pt x="128535" y="43943"/>
                      <a:pt x="131287" y="57003"/>
                      <a:pt x="131287" y="723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2079926" y="1550103"/>
                <a:ext cx="204083" cy="142673"/>
              </a:xfrm>
              <a:custGeom>
                <a:rect b="b" l="l" r="r" t="t"/>
                <a:pathLst>
                  <a:path extrusionOk="0" h="142673" w="204083">
                    <a:moveTo>
                      <a:pt x="156861" y="0"/>
                    </a:moveTo>
                    <a:cubicBezTo>
                      <a:pt x="172458" y="0"/>
                      <a:pt x="184227" y="4048"/>
                      <a:pt x="192171" y="12144"/>
                    </a:cubicBezTo>
                    <a:cubicBezTo>
                      <a:pt x="200112" y="20240"/>
                      <a:pt x="204084" y="33210"/>
                      <a:pt x="204084" y="51057"/>
                    </a:cubicBezTo>
                    <a:lnTo>
                      <a:pt x="204084" y="142673"/>
                    </a:lnTo>
                    <a:lnTo>
                      <a:pt x="176155" y="142673"/>
                    </a:lnTo>
                    <a:lnTo>
                      <a:pt x="176155" y="55518"/>
                    </a:lnTo>
                    <a:cubicBezTo>
                      <a:pt x="176155" y="44736"/>
                      <a:pt x="174010" y="36621"/>
                      <a:pt x="169725" y="31180"/>
                    </a:cubicBezTo>
                    <a:cubicBezTo>
                      <a:pt x="165436" y="25742"/>
                      <a:pt x="158969" y="23019"/>
                      <a:pt x="150329" y="23019"/>
                    </a:cubicBezTo>
                    <a:cubicBezTo>
                      <a:pt x="138174" y="23019"/>
                      <a:pt x="129417" y="26817"/>
                      <a:pt x="124060" y="34414"/>
                    </a:cubicBezTo>
                    <a:cubicBezTo>
                      <a:pt x="118697" y="42014"/>
                      <a:pt x="116019" y="53077"/>
                      <a:pt x="116019" y="67608"/>
                    </a:cubicBezTo>
                    <a:lnTo>
                      <a:pt x="116019" y="142673"/>
                    </a:lnTo>
                    <a:lnTo>
                      <a:pt x="88040" y="142673"/>
                    </a:lnTo>
                    <a:lnTo>
                      <a:pt x="88040" y="55518"/>
                    </a:lnTo>
                    <a:cubicBezTo>
                      <a:pt x="88040" y="48318"/>
                      <a:pt x="87091" y="42316"/>
                      <a:pt x="85192" y="37508"/>
                    </a:cubicBezTo>
                    <a:cubicBezTo>
                      <a:pt x="83292" y="32699"/>
                      <a:pt x="80434" y="29082"/>
                      <a:pt x="76620" y="26654"/>
                    </a:cubicBezTo>
                    <a:cubicBezTo>
                      <a:pt x="72803" y="24233"/>
                      <a:pt x="67984" y="23019"/>
                      <a:pt x="62162" y="23019"/>
                    </a:cubicBezTo>
                    <a:cubicBezTo>
                      <a:pt x="53771" y="23019"/>
                      <a:pt x="47085" y="24887"/>
                      <a:pt x="42094" y="28621"/>
                    </a:cubicBezTo>
                    <a:cubicBezTo>
                      <a:pt x="37108" y="32358"/>
                      <a:pt x="33515" y="37861"/>
                      <a:pt x="31323" y="45138"/>
                    </a:cubicBezTo>
                    <a:cubicBezTo>
                      <a:pt x="29127" y="52412"/>
                      <a:pt x="28030" y="61321"/>
                      <a:pt x="28030" y="71870"/>
                    </a:cubicBezTo>
                    <a:lnTo>
                      <a:pt x="28030" y="142673"/>
                    </a:lnTo>
                    <a:lnTo>
                      <a:pt x="0" y="142673"/>
                    </a:lnTo>
                    <a:lnTo>
                      <a:pt x="0" y="2610"/>
                    </a:lnTo>
                    <a:lnTo>
                      <a:pt x="21953" y="2610"/>
                    </a:lnTo>
                    <a:lnTo>
                      <a:pt x="25928" y="21650"/>
                    </a:lnTo>
                    <a:lnTo>
                      <a:pt x="27473" y="21650"/>
                    </a:lnTo>
                    <a:cubicBezTo>
                      <a:pt x="30307" y="16784"/>
                      <a:pt x="33859" y="12757"/>
                      <a:pt x="38122" y="9571"/>
                    </a:cubicBezTo>
                    <a:cubicBezTo>
                      <a:pt x="42382" y="6387"/>
                      <a:pt x="47128" y="3996"/>
                      <a:pt x="52363" y="2397"/>
                    </a:cubicBezTo>
                    <a:cubicBezTo>
                      <a:pt x="57594" y="799"/>
                      <a:pt x="63072" y="1"/>
                      <a:pt x="68796" y="1"/>
                    </a:cubicBezTo>
                    <a:cubicBezTo>
                      <a:pt x="79259" y="1"/>
                      <a:pt x="88080" y="1862"/>
                      <a:pt x="95255" y="5593"/>
                    </a:cubicBezTo>
                    <a:cubicBezTo>
                      <a:pt x="102428" y="9316"/>
                      <a:pt x="107755" y="14990"/>
                      <a:pt x="111233" y="22614"/>
                    </a:cubicBezTo>
                    <a:lnTo>
                      <a:pt x="113259" y="22614"/>
                    </a:lnTo>
                    <a:cubicBezTo>
                      <a:pt x="117680" y="14907"/>
                      <a:pt x="123826" y="9213"/>
                      <a:pt x="131691" y="5529"/>
                    </a:cubicBezTo>
                    <a:cubicBezTo>
                      <a:pt x="139558" y="1845"/>
                      <a:pt x="147947" y="2"/>
                      <a:pt x="156861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2327551" y="1552712"/>
                <a:ext cx="28030" cy="140063"/>
              </a:xfrm>
              <a:custGeom>
                <a:rect b="b" l="l" r="r" t="t"/>
                <a:pathLst>
                  <a:path extrusionOk="0" h="140063" w="28030">
                    <a:moveTo>
                      <a:pt x="28030" y="0"/>
                    </a:moveTo>
                    <a:lnTo>
                      <a:pt x="28030" y="140064"/>
                    </a:lnTo>
                    <a:lnTo>
                      <a:pt x="0" y="140064"/>
                    </a:lnTo>
                    <a:lnTo>
                      <a:pt x="0" y="0"/>
                    </a:lnTo>
                    <a:lnTo>
                      <a:pt x="280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3"/>
              <p:cNvSpPr/>
              <p:nvPr/>
            </p:nvSpPr>
            <p:spPr>
              <a:xfrm>
                <a:off x="2392108" y="1550102"/>
                <a:ext cx="106220" cy="145208"/>
              </a:xfrm>
              <a:custGeom>
                <a:rect b="b" l="l" r="r" t="t"/>
                <a:pathLst>
                  <a:path extrusionOk="0" h="145208" w="106220">
                    <a:moveTo>
                      <a:pt x="64390" y="145208"/>
                    </a:moveTo>
                    <a:cubicBezTo>
                      <a:pt x="51307" y="145208"/>
                      <a:pt x="39930" y="142632"/>
                      <a:pt x="30258" y="137480"/>
                    </a:cubicBezTo>
                    <a:cubicBezTo>
                      <a:pt x="20585" y="132320"/>
                      <a:pt x="13124" y="124429"/>
                      <a:pt x="7875" y="113798"/>
                    </a:cubicBezTo>
                    <a:cubicBezTo>
                      <a:pt x="2624" y="103170"/>
                      <a:pt x="0" y="89693"/>
                      <a:pt x="0" y="73366"/>
                    </a:cubicBezTo>
                    <a:cubicBezTo>
                      <a:pt x="0" y="56365"/>
                      <a:pt x="2851" y="42463"/>
                      <a:pt x="8558" y="31664"/>
                    </a:cubicBezTo>
                    <a:cubicBezTo>
                      <a:pt x="14262" y="20862"/>
                      <a:pt x="22167" y="12888"/>
                      <a:pt x="32273" y="7731"/>
                    </a:cubicBezTo>
                    <a:cubicBezTo>
                      <a:pt x="42374" y="2576"/>
                      <a:pt x="53959" y="0"/>
                      <a:pt x="67024" y="0"/>
                    </a:cubicBezTo>
                    <a:cubicBezTo>
                      <a:pt x="75075" y="0"/>
                      <a:pt x="82465" y="797"/>
                      <a:pt x="89194" y="2397"/>
                    </a:cubicBezTo>
                    <a:cubicBezTo>
                      <a:pt x="95919" y="3991"/>
                      <a:pt x="101593" y="5958"/>
                      <a:pt x="106220" y="8290"/>
                    </a:cubicBezTo>
                    <a:lnTo>
                      <a:pt x="97864" y="30853"/>
                    </a:lnTo>
                    <a:cubicBezTo>
                      <a:pt x="92883" y="28840"/>
                      <a:pt x="87685" y="27115"/>
                      <a:pt x="82266" y="25676"/>
                    </a:cubicBezTo>
                    <a:cubicBezTo>
                      <a:pt x="76849" y="24244"/>
                      <a:pt x="71665" y="23525"/>
                      <a:pt x="66720" y="23525"/>
                    </a:cubicBezTo>
                    <a:cubicBezTo>
                      <a:pt x="58228" y="23525"/>
                      <a:pt x="51179" y="25401"/>
                      <a:pt x="45563" y="29155"/>
                    </a:cubicBezTo>
                    <a:cubicBezTo>
                      <a:pt x="39953" y="32907"/>
                      <a:pt x="35758" y="38458"/>
                      <a:pt x="32979" y="45812"/>
                    </a:cubicBezTo>
                    <a:cubicBezTo>
                      <a:pt x="30203" y="53162"/>
                      <a:pt x="28815" y="62259"/>
                      <a:pt x="28815" y="73109"/>
                    </a:cubicBezTo>
                    <a:cubicBezTo>
                      <a:pt x="28815" y="83623"/>
                      <a:pt x="30205" y="92491"/>
                      <a:pt x="32994" y="99718"/>
                    </a:cubicBezTo>
                    <a:cubicBezTo>
                      <a:pt x="35776" y="106942"/>
                      <a:pt x="39905" y="112411"/>
                      <a:pt x="45375" y="116119"/>
                    </a:cubicBezTo>
                    <a:cubicBezTo>
                      <a:pt x="50843" y="119827"/>
                      <a:pt x="57610" y="121682"/>
                      <a:pt x="65682" y="121682"/>
                    </a:cubicBezTo>
                    <a:cubicBezTo>
                      <a:pt x="73293" y="121682"/>
                      <a:pt x="80123" y="120786"/>
                      <a:pt x="86166" y="118995"/>
                    </a:cubicBezTo>
                    <a:cubicBezTo>
                      <a:pt x="92209" y="117204"/>
                      <a:pt x="97864" y="114897"/>
                      <a:pt x="103131" y="112074"/>
                    </a:cubicBezTo>
                    <a:lnTo>
                      <a:pt x="103131" y="136561"/>
                    </a:lnTo>
                    <a:cubicBezTo>
                      <a:pt x="97982" y="139469"/>
                      <a:pt x="92403" y="141641"/>
                      <a:pt x="86394" y="143065"/>
                    </a:cubicBezTo>
                    <a:cubicBezTo>
                      <a:pt x="80384" y="144493"/>
                      <a:pt x="73050" y="145208"/>
                      <a:pt x="64390" y="1452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3"/>
              <p:cNvSpPr/>
              <p:nvPr/>
            </p:nvSpPr>
            <p:spPr>
              <a:xfrm>
                <a:off x="2324840" y="1498447"/>
                <a:ext cx="33454" cy="33493"/>
              </a:xfrm>
              <a:custGeom>
                <a:rect b="b" l="l" r="r" t="t"/>
                <a:pathLst>
                  <a:path extrusionOk="0" h="33493" w="33454">
                    <a:moveTo>
                      <a:pt x="33454" y="16747"/>
                    </a:moveTo>
                    <a:cubicBezTo>
                      <a:pt x="33454" y="25996"/>
                      <a:pt x="25965" y="33494"/>
                      <a:pt x="16727" y="33494"/>
                    </a:cubicBezTo>
                    <a:cubicBezTo>
                      <a:pt x="7489" y="33494"/>
                      <a:pt x="0" y="25996"/>
                      <a:pt x="0" y="16747"/>
                    </a:cubicBezTo>
                    <a:cubicBezTo>
                      <a:pt x="0" y="7498"/>
                      <a:pt x="7489" y="0"/>
                      <a:pt x="16727" y="0"/>
                    </a:cubicBezTo>
                    <a:cubicBezTo>
                      <a:pt x="25965" y="0"/>
                      <a:pt x="33454" y="7498"/>
                      <a:pt x="33454" y="167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1382198" y="1604437"/>
                <a:ext cx="36495" cy="36538"/>
              </a:xfrm>
              <a:custGeom>
                <a:rect b="b" l="l" r="r" t="t"/>
                <a:pathLst>
                  <a:path extrusionOk="0" h="36538" w="36495">
                    <a:moveTo>
                      <a:pt x="36496" y="18269"/>
                    </a:moveTo>
                    <a:cubicBezTo>
                      <a:pt x="36496" y="28359"/>
                      <a:pt x="28326" y="36539"/>
                      <a:pt x="18248" y="36539"/>
                    </a:cubicBezTo>
                    <a:cubicBezTo>
                      <a:pt x="8170" y="36539"/>
                      <a:pt x="0" y="28359"/>
                      <a:pt x="0" y="18269"/>
                    </a:cubicBezTo>
                    <a:cubicBezTo>
                      <a:pt x="0" y="8180"/>
                      <a:pt x="8170" y="0"/>
                      <a:pt x="18248" y="0"/>
                    </a:cubicBezTo>
                    <a:cubicBezTo>
                      <a:pt x="28326" y="0"/>
                      <a:pt x="36496" y="8180"/>
                      <a:pt x="36496" y="1826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8" name="Google Shape;48;p3"/>
          <p:cNvSpPr/>
          <p:nvPr>
            <p:ph idx="2" type="pic"/>
          </p:nvPr>
        </p:nvSpPr>
        <p:spPr>
          <a:xfrm>
            <a:off x="3950494" y="-80194"/>
            <a:ext cx="5283000" cy="4730700"/>
          </a:xfrm>
          <a:prstGeom prst="roundRect">
            <a:avLst>
              <a:gd fmla="val 685" name="adj"/>
            </a:avLst>
          </a:prstGeom>
          <a:solidFill>
            <a:srgbClr val="F2F2F2"/>
          </a:solidFill>
          <a:ln>
            <a:noFill/>
          </a:ln>
          <a:effectLst>
            <a:outerShdw blurRad="42863" rotWithShape="0" algn="bl" dist="14288">
              <a:srgbClr val="000000">
                <a:alpha val="0"/>
              </a:srgbClr>
            </a:outerShdw>
            <a:reflection blurRad="0" dir="5400000" dist="28575" endA="0" endPos="1000" fadeDir="5400012" kx="0" rotWithShape="0" algn="bl" stA="0" stPos="0" sy="-100000" ky="0"/>
          </a:effectLst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Front page" showMasterSp="0">
  <p:cSld name="1_Title Slide_1_1">
    <p:bg>
      <p:bgPr>
        <a:solidFill>
          <a:schemeClr val="accent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 txBox="1"/>
          <p:nvPr>
            <p:ph type="ctrTitle"/>
          </p:nvPr>
        </p:nvSpPr>
        <p:spPr>
          <a:xfrm>
            <a:off x="602457" y="1600199"/>
            <a:ext cx="2673000" cy="18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i="0" sz="30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4"/>
          <p:cNvSpPr txBox="1"/>
          <p:nvPr>
            <p:ph idx="1" type="subTitle"/>
          </p:nvPr>
        </p:nvSpPr>
        <p:spPr>
          <a:xfrm>
            <a:off x="602456" y="3560838"/>
            <a:ext cx="26730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2pPr>
            <a:lvl3pPr lvl="2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52" name="Google Shape;52;p4"/>
          <p:cNvGrpSpPr/>
          <p:nvPr/>
        </p:nvGrpSpPr>
        <p:grpSpPr>
          <a:xfrm>
            <a:off x="602455" y="600075"/>
            <a:ext cx="1271291" cy="286819"/>
            <a:chOff x="1204910" y="1200150"/>
            <a:chExt cx="2542583" cy="573639"/>
          </a:xfrm>
        </p:grpSpPr>
        <p:grpSp>
          <p:nvGrpSpPr>
            <p:cNvPr id="53" name="Google Shape;53;p4"/>
            <p:cNvGrpSpPr/>
            <p:nvPr/>
          </p:nvGrpSpPr>
          <p:grpSpPr>
            <a:xfrm>
              <a:off x="1204909" y="1200150"/>
              <a:ext cx="571909" cy="573639"/>
              <a:chOff x="803273" y="1403982"/>
              <a:chExt cx="381273" cy="382426"/>
            </a:xfrm>
          </p:grpSpPr>
          <p:sp>
            <p:nvSpPr>
              <p:cNvPr id="54" name="Google Shape;54;p4"/>
              <p:cNvSpPr/>
              <p:nvPr/>
            </p:nvSpPr>
            <p:spPr>
              <a:xfrm>
                <a:off x="803273" y="1622312"/>
                <a:ext cx="72990" cy="73076"/>
              </a:xfrm>
              <a:custGeom>
                <a:rect b="b" l="l" r="r" t="t"/>
                <a:pathLst>
                  <a:path extrusionOk="0" h="73076" w="72990">
                    <a:moveTo>
                      <a:pt x="43615" y="709"/>
                    </a:moveTo>
                    <a:cubicBezTo>
                      <a:pt x="23850" y="-3227"/>
                      <a:pt x="4640" y="9625"/>
                      <a:pt x="708" y="29412"/>
                    </a:cubicBezTo>
                    <a:cubicBezTo>
                      <a:pt x="-3223" y="49200"/>
                      <a:pt x="9611" y="68431"/>
                      <a:pt x="29376" y="72368"/>
                    </a:cubicBezTo>
                    <a:cubicBezTo>
                      <a:pt x="49144" y="76304"/>
                      <a:pt x="68351" y="63452"/>
                      <a:pt x="72283" y="43664"/>
                    </a:cubicBezTo>
                    <a:cubicBezTo>
                      <a:pt x="76214" y="23877"/>
                      <a:pt x="63380" y="4645"/>
                      <a:pt x="43615" y="70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55;p4"/>
              <p:cNvSpPr/>
              <p:nvPr/>
            </p:nvSpPr>
            <p:spPr>
              <a:xfrm>
                <a:off x="988961" y="1664614"/>
                <a:ext cx="121650" cy="121794"/>
              </a:xfrm>
              <a:custGeom>
                <a:rect b="b" l="l" r="r" t="t"/>
                <a:pathLst>
                  <a:path extrusionOk="0" h="121794" w="121650">
                    <a:moveTo>
                      <a:pt x="72689" y="1182"/>
                    </a:moveTo>
                    <a:cubicBezTo>
                      <a:pt x="39751" y="-5380"/>
                      <a:pt x="7735" y="16038"/>
                      <a:pt x="1180" y="49020"/>
                    </a:cubicBezTo>
                    <a:cubicBezTo>
                      <a:pt x="-5372" y="82002"/>
                      <a:pt x="16021" y="114053"/>
                      <a:pt x="48961" y="120613"/>
                    </a:cubicBezTo>
                    <a:cubicBezTo>
                      <a:pt x="81905" y="127173"/>
                      <a:pt x="113921" y="105754"/>
                      <a:pt x="120470" y="72775"/>
                    </a:cubicBezTo>
                    <a:cubicBezTo>
                      <a:pt x="127025" y="39796"/>
                      <a:pt x="105632" y="7745"/>
                      <a:pt x="72689" y="118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4"/>
              <p:cNvSpPr/>
              <p:nvPr/>
            </p:nvSpPr>
            <p:spPr>
              <a:xfrm>
                <a:off x="830347" y="1403982"/>
                <a:ext cx="354199" cy="227082"/>
              </a:xfrm>
              <a:custGeom>
                <a:rect b="b" l="l" r="r" t="t"/>
                <a:pathLst>
                  <a:path extrusionOk="0" h="227082" w="354199">
                    <a:moveTo>
                      <a:pt x="295472" y="1432"/>
                    </a:moveTo>
                    <a:cubicBezTo>
                      <a:pt x="255936" y="-6483"/>
                      <a:pt x="217495" y="19213"/>
                      <a:pt x="209586" y="58797"/>
                    </a:cubicBezTo>
                    <a:lnTo>
                      <a:pt x="202532" y="94606"/>
                    </a:lnTo>
                    <a:cubicBezTo>
                      <a:pt x="197302" y="121034"/>
                      <a:pt x="171632" y="138206"/>
                      <a:pt x="145232" y="132970"/>
                    </a:cubicBezTo>
                    <a:lnTo>
                      <a:pt x="121389" y="128100"/>
                    </a:lnTo>
                    <a:cubicBezTo>
                      <a:pt x="95113" y="122861"/>
                      <a:pt x="77962" y="97286"/>
                      <a:pt x="83192" y="70855"/>
                    </a:cubicBezTo>
                    <a:lnTo>
                      <a:pt x="84406" y="64887"/>
                    </a:lnTo>
                    <a:cubicBezTo>
                      <a:pt x="88909" y="41869"/>
                      <a:pt x="73946" y="19336"/>
                      <a:pt x="50953" y="14831"/>
                    </a:cubicBezTo>
                    <a:cubicBezTo>
                      <a:pt x="27840" y="10201"/>
                      <a:pt x="5458" y="25182"/>
                      <a:pt x="834" y="48324"/>
                    </a:cubicBezTo>
                    <a:cubicBezTo>
                      <a:pt x="-3790" y="71342"/>
                      <a:pt x="11297" y="93754"/>
                      <a:pt x="34288" y="98380"/>
                    </a:cubicBezTo>
                    <a:lnTo>
                      <a:pt x="40248" y="99599"/>
                    </a:lnTo>
                    <a:cubicBezTo>
                      <a:pt x="66645" y="104835"/>
                      <a:pt x="83800" y="130536"/>
                      <a:pt x="78448" y="156842"/>
                    </a:cubicBezTo>
                    <a:lnTo>
                      <a:pt x="76135" y="168777"/>
                    </a:lnTo>
                    <a:cubicBezTo>
                      <a:pt x="70905" y="195205"/>
                      <a:pt x="88059" y="220905"/>
                      <a:pt x="114335" y="226142"/>
                    </a:cubicBezTo>
                    <a:cubicBezTo>
                      <a:pt x="140732" y="231381"/>
                      <a:pt x="166402" y="214206"/>
                      <a:pt x="171632" y="187777"/>
                    </a:cubicBezTo>
                    <a:lnTo>
                      <a:pt x="173942" y="175842"/>
                    </a:lnTo>
                    <a:cubicBezTo>
                      <a:pt x="179172" y="149532"/>
                      <a:pt x="204842" y="132361"/>
                      <a:pt x="231117" y="137597"/>
                    </a:cubicBezTo>
                    <a:lnTo>
                      <a:pt x="267007" y="144784"/>
                    </a:lnTo>
                    <a:cubicBezTo>
                      <a:pt x="306543" y="152578"/>
                      <a:pt x="344983" y="126881"/>
                      <a:pt x="352768" y="87297"/>
                    </a:cubicBezTo>
                    <a:cubicBezTo>
                      <a:pt x="360677" y="47714"/>
                      <a:pt x="335007" y="9226"/>
                      <a:pt x="295471" y="14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" name="Google Shape;57;p4"/>
            <p:cNvGrpSpPr/>
            <p:nvPr/>
          </p:nvGrpSpPr>
          <p:grpSpPr>
            <a:xfrm>
              <a:off x="1831491" y="1341848"/>
              <a:ext cx="1916001" cy="295296"/>
              <a:chOff x="1220994" y="1498447"/>
              <a:chExt cx="1277334" cy="196864"/>
            </a:xfrm>
          </p:grpSpPr>
          <p:sp>
            <p:nvSpPr>
              <p:cNvPr id="58" name="Google Shape;58;p4"/>
              <p:cNvSpPr/>
              <p:nvPr/>
            </p:nvSpPr>
            <p:spPr>
              <a:xfrm>
                <a:off x="1220994" y="1550103"/>
                <a:ext cx="122754" cy="145208"/>
              </a:xfrm>
              <a:custGeom>
                <a:rect b="b" l="l" r="r" t="t"/>
                <a:pathLst>
                  <a:path extrusionOk="0" h="145208" w="122754">
                    <a:moveTo>
                      <a:pt x="63402" y="21368"/>
                    </a:moveTo>
                    <a:cubicBezTo>
                      <a:pt x="53661" y="21368"/>
                      <a:pt x="45808" y="24536"/>
                      <a:pt x="39843" y="30875"/>
                    </a:cubicBezTo>
                    <a:cubicBezTo>
                      <a:pt x="33874" y="37212"/>
                      <a:pt x="30366" y="46409"/>
                      <a:pt x="29321" y="58457"/>
                    </a:cubicBezTo>
                    <a:lnTo>
                      <a:pt x="95053" y="58457"/>
                    </a:lnTo>
                    <a:cubicBezTo>
                      <a:pt x="94967" y="51172"/>
                      <a:pt x="93781" y="44746"/>
                      <a:pt x="91496" y="39163"/>
                    </a:cubicBezTo>
                    <a:cubicBezTo>
                      <a:pt x="89207" y="33590"/>
                      <a:pt x="85755" y="29228"/>
                      <a:pt x="81141" y="26082"/>
                    </a:cubicBezTo>
                    <a:cubicBezTo>
                      <a:pt x="76523" y="22942"/>
                      <a:pt x="70609" y="21368"/>
                      <a:pt x="63402" y="21368"/>
                    </a:cubicBezTo>
                    <a:close/>
                    <a:moveTo>
                      <a:pt x="63453" y="0"/>
                    </a:moveTo>
                    <a:cubicBezTo>
                      <a:pt x="75808" y="0"/>
                      <a:pt x="86410" y="2585"/>
                      <a:pt x="95256" y="7756"/>
                    </a:cubicBezTo>
                    <a:cubicBezTo>
                      <a:pt x="104099" y="12929"/>
                      <a:pt x="110896" y="20247"/>
                      <a:pt x="115639" y="29710"/>
                    </a:cubicBezTo>
                    <a:cubicBezTo>
                      <a:pt x="120382" y="39174"/>
                      <a:pt x="122755" y="50431"/>
                      <a:pt x="122755" y="63477"/>
                    </a:cubicBezTo>
                    <a:lnTo>
                      <a:pt x="122755" y="78842"/>
                    </a:lnTo>
                    <a:lnTo>
                      <a:pt x="28739" y="78842"/>
                    </a:lnTo>
                    <a:cubicBezTo>
                      <a:pt x="29042" y="92986"/>
                      <a:pt x="32770" y="103862"/>
                      <a:pt x="39917" y="111466"/>
                    </a:cubicBezTo>
                    <a:cubicBezTo>
                      <a:pt x="47067" y="119072"/>
                      <a:pt x="57097" y="122875"/>
                      <a:pt x="70012" y="122875"/>
                    </a:cubicBezTo>
                    <a:cubicBezTo>
                      <a:pt x="78923" y="122875"/>
                      <a:pt x="86904" y="122016"/>
                      <a:pt x="93951" y="120299"/>
                    </a:cubicBezTo>
                    <a:cubicBezTo>
                      <a:pt x="100999" y="118589"/>
                      <a:pt x="108288" y="116053"/>
                      <a:pt x="115817" y="112709"/>
                    </a:cubicBezTo>
                    <a:lnTo>
                      <a:pt x="115817" y="135802"/>
                    </a:lnTo>
                    <a:cubicBezTo>
                      <a:pt x="108809" y="139066"/>
                      <a:pt x="101721" y="141449"/>
                      <a:pt x="94548" y="142951"/>
                    </a:cubicBezTo>
                    <a:cubicBezTo>
                      <a:pt x="87372" y="144456"/>
                      <a:pt x="78789" y="145208"/>
                      <a:pt x="68796" y="145208"/>
                    </a:cubicBezTo>
                    <a:cubicBezTo>
                      <a:pt x="55139" y="145208"/>
                      <a:pt x="43151" y="142518"/>
                      <a:pt x="32830" y="137133"/>
                    </a:cubicBezTo>
                    <a:cubicBezTo>
                      <a:pt x="22505" y="131752"/>
                      <a:pt x="14454" y="123747"/>
                      <a:pt x="8671" y="113116"/>
                    </a:cubicBezTo>
                    <a:cubicBezTo>
                      <a:pt x="2890" y="102488"/>
                      <a:pt x="0" y="89318"/>
                      <a:pt x="0" y="73617"/>
                    </a:cubicBezTo>
                    <a:cubicBezTo>
                      <a:pt x="0" y="58037"/>
                      <a:pt x="2625" y="44760"/>
                      <a:pt x="7875" y="33793"/>
                    </a:cubicBezTo>
                    <a:cubicBezTo>
                      <a:pt x="13124" y="22827"/>
                      <a:pt x="20510" y="14450"/>
                      <a:pt x="30030" y="8671"/>
                    </a:cubicBezTo>
                    <a:cubicBezTo>
                      <a:pt x="39551" y="2887"/>
                      <a:pt x="50691" y="0"/>
                      <a:pt x="634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4"/>
              <p:cNvSpPr/>
              <p:nvPr/>
            </p:nvSpPr>
            <p:spPr>
              <a:xfrm>
                <a:off x="1457967" y="1550102"/>
                <a:ext cx="106219" cy="145208"/>
              </a:xfrm>
              <a:custGeom>
                <a:rect b="b" l="l" r="r" t="t"/>
                <a:pathLst>
                  <a:path extrusionOk="0" h="145208" w="106219">
                    <a:moveTo>
                      <a:pt x="64390" y="145208"/>
                    </a:moveTo>
                    <a:cubicBezTo>
                      <a:pt x="51306" y="145208"/>
                      <a:pt x="39929" y="142632"/>
                      <a:pt x="30258" y="137480"/>
                    </a:cubicBezTo>
                    <a:cubicBezTo>
                      <a:pt x="20585" y="132320"/>
                      <a:pt x="13124" y="124429"/>
                      <a:pt x="7875" y="113798"/>
                    </a:cubicBezTo>
                    <a:cubicBezTo>
                      <a:pt x="2624" y="103170"/>
                      <a:pt x="0" y="89693"/>
                      <a:pt x="0" y="73366"/>
                    </a:cubicBezTo>
                    <a:cubicBezTo>
                      <a:pt x="0" y="56365"/>
                      <a:pt x="2851" y="42463"/>
                      <a:pt x="8558" y="31664"/>
                    </a:cubicBezTo>
                    <a:cubicBezTo>
                      <a:pt x="14262" y="20862"/>
                      <a:pt x="22167" y="12888"/>
                      <a:pt x="32273" y="7731"/>
                    </a:cubicBezTo>
                    <a:cubicBezTo>
                      <a:pt x="42374" y="2576"/>
                      <a:pt x="53959" y="0"/>
                      <a:pt x="67024" y="0"/>
                    </a:cubicBezTo>
                    <a:cubicBezTo>
                      <a:pt x="75075" y="0"/>
                      <a:pt x="82465" y="797"/>
                      <a:pt x="89194" y="2397"/>
                    </a:cubicBezTo>
                    <a:cubicBezTo>
                      <a:pt x="95919" y="3991"/>
                      <a:pt x="101593" y="5958"/>
                      <a:pt x="106220" y="8290"/>
                    </a:cubicBezTo>
                    <a:lnTo>
                      <a:pt x="97864" y="30853"/>
                    </a:lnTo>
                    <a:cubicBezTo>
                      <a:pt x="92883" y="28840"/>
                      <a:pt x="87685" y="27115"/>
                      <a:pt x="82266" y="25676"/>
                    </a:cubicBezTo>
                    <a:cubicBezTo>
                      <a:pt x="76848" y="24244"/>
                      <a:pt x="71665" y="23525"/>
                      <a:pt x="66720" y="23525"/>
                    </a:cubicBezTo>
                    <a:cubicBezTo>
                      <a:pt x="58228" y="23525"/>
                      <a:pt x="51179" y="25401"/>
                      <a:pt x="45563" y="29155"/>
                    </a:cubicBezTo>
                    <a:cubicBezTo>
                      <a:pt x="39953" y="32907"/>
                      <a:pt x="35758" y="38458"/>
                      <a:pt x="32979" y="45812"/>
                    </a:cubicBezTo>
                    <a:cubicBezTo>
                      <a:pt x="30203" y="53162"/>
                      <a:pt x="28815" y="62259"/>
                      <a:pt x="28815" y="73109"/>
                    </a:cubicBezTo>
                    <a:cubicBezTo>
                      <a:pt x="28815" y="83623"/>
                      <a:pt x="30205" y="92491"/>
                      <a:pt x="32993" y="99718"/>
                    </a:cubicBezTo>
                    <a:cubicBezTo>
                      <a:pt x="35776" y="106942"/>
                      <a:pt x="39905" y="112411"/>
                      <a:pt x="45375" y="116119"/>
                    </a:cubicBezTo>
                    <a:cubicBezTo>
                      <a:pt x="50843" y="119827"/>
                      <a:pt x="57610" y="121682"/>
                      <a:pt x="65682" y="121682"/>
                    </a:cubicBezTo>
                    <a:cubicBezTo>
                      <a:pt x="73293" y="121682"/>
                      <a:pt x="80122" y="120786"/>
                      <a:pt x="86166" y="118995"/>
                    </a:cubicBezTo>
                    <a:cubicBezTo>
                      <a:pt x="92209" y="117204"/>
                      <a:pt x="97864" y="114897"/>
                      <a:pt x="103131" y="112074"/>
                    </a:cubicBezTo>
                    <a:lnTo>
                      <a:pt x="103131" y="136561"/>
                    </a:lnTo>
                    <a:cubicBezTo>
                      <a:pt x="97982" y="139469"/>
                      <a:pt x="92403" y="141641"/>
                      <a:pt x="86394" y="143065"/>
                    </a:cubicBezTo>
                    <a:cubicBezTo>
                      <a:pt x="80384" y="144493"/>
                      <a:pt x="73050" y="145208"/>
                      <a:pt x="64390" y="14520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4"/>
              <p:cNvSpPr/>
              <p:nvPr/>
            </p:nvSpPr>
            <p:spPr>
              <a:xfrm>
                <a:off x="1587524" y="1550103"/>
                <a:ext cx="131287" cy="145207"/>
              </a:xfrm>
              <a:custGeom>
                <a:rect b="b" l="l" r="r" t="t"/>
                <a:pathLst>
                  <a:path extrusionOk="0" h="145207" w="131287">
                    <a:moveTo>
                      <a:pt x="28815" y="72351"/>
                    </a:moveTo>
                    <a:cubicBezTo>
                      <a:pt x="28815" y="82777"/>
                      <a:pt x="30112" y="91718"/>
                      <a:pt x="32702" y="99174"/>
                    </a:cubicBezTo>
                    <a:cubicBezTo>
                      <a:pt x="35293" y="106622"/>
                      <a:pt x="39296" y="112333"/>
                      <a:pt x="44717" y="116294"/>
                    </a:cubicBezTo>
                    <a:cubicBezTo>
                      <a:pt x="50134" y="120260"/>
                      <a:pt x="57130" y="122241"/>
                      <a:pt x="65708" y="122241"/>
                    </a:cubicBezTo>
                    <a:cubicBezTo>
                      <a:pt x="74214" y="122241"/>
                      <a:pt x="81184" y="120260"/>
                      <a:pt x="86622" y="116294"/>
                    </a:cubicBezTo>
                    <a:cubicBezTo>
                      <a:pt x="92057" y="112333"/>
                      <a:pt x="96048" y="106622"/>
                      <a:pt x="98599" y="99174"/>
                    </a:cubicBezTo>
                    <a:cubicBezTo>
                      <a:pt x="101147" y="91718"/>
                      <a:pt x="102423" y="82777"/>
                      <a:pt x="102423" y="72351"/>
                    </a:cubicBezTo>
                    <a:cubicBezTo>
                      <a:pt x="102423" y="61959"/>
                      <a:pt x="101147" y="53100"/>
                      <a:pt x="98599" y="45770"/>
                    </a:cubicBezTo>
                    <a:cubicBezTo>
                      <a:pt x="96048" y="38445"/>
                      <a:pt x="92065" y="32842"/>
                      <a:pt x="86649" y="28962"/>
                    </a:cubicBezTo>
                    <a:cubicBezTo>
                      <a:pt x="81228" y="25083"/>
                      <a:pt x="74190" y="23141"/>
                      <a:pt x="65531" y="23141"/>
                    </a:cubicBezTo>
                    <a:cubicBezTo>
                      <a:pt x="52800" y="23141"/>
                      <a:pt x="43501" y="27412"/>
                      <a:pt x="37627" y="35949"/>
                    </a:cubicBezTo>
                    <a:cubicBezTo>
                      <a:pt x="31753" y="44483"/>
                      <a:pt x="28816" y="56617"/>
                      <a:pt x="28816" y="72352"/>
                    </a:cubicBezTo>
                    <a:close/>
                    <a:moveTo>
                      <a:pt x="131288" y="72351"/>
                    </a:moveTo>
                    <a:cubicBezTo>
                      <a:pt x="131288" y="83944"/>
                      <a:pt x="129777" y="94253"/>
                      <a:pt x="126754" y="103276"/>
                    </a:cubicBezTo>
                    <a:cubicBezTo>
                      <a:pt x="123734" y="112301"/>
                      <a:pt x="119335" y="119919"/>
                      <a:pt x="113564" y="126133"/>
                    </a:cubicBezTo>
                    <a:cubicBezTo>
                      <a:pt x="107789" y="132340"/>
                      <a:pt x="100842" y="137074"/>
                      <a:pt x="92724" y="140329"/>
                    </a:cubicBezTo>
                    <a:cubicBezTo>
                      <a:pt x="84603" y="143577"/>
                      <a:pt x="75430" y="145208"/>
                      <a:pt x="65200" y="145208"/>
                    </a:cubicBezTo>
                    <a:cubicBezTo>
                      <a:pt x="55646" y="145208"/>
                      <a:pt x="46885" y="143577"/>
                      <a:pt x="38917" y="140329"/>
                    </a:cubicBezTo>
                    <a:cubicBezTo>
                      <a:pt x="30948" y="137075"/>
                      <a:pt x="24058" y="132341"/>
                      <a:pt x="18243" y="126133"/>
                    </a:cubicBezTo>
                    <a:cubicBezTo>
                      <a:pt x="12427" y="119919"/>
                      <a:pt x="7932" y="112301"/>
                      <a:pt x="4760" y="103276"/>
                    </a:cubicBezTo>
                    <a:cubicBezTo>
                      <a:pt x="1585" y="94253"/>
                      <a:pt x="0" y="83944"/>
                      <a:pt x="0" y="72351"/>
                    </a:cubicBezTo>
                    <a:cubicBezTo>
                      <a:pt x="0" y="56953"/>
                      <a:pt x="2653" y="43868"/>
                      <a:pt x="7962" y="33095"/>
                    </a:cubicBezTo>
                    <a:cubicBezTo>
                      <a:pt x="13272" y="22321"/>
                      <a:pt x="20864" y="14114"/>
                      <a:pt x="30738" y="8468"/>
                    </a:cubicBezTo>
                    <a:cubicBezTo>
                      <a:pt x="40613" y="2822"/>
                      <a:pt x="52379" y="0"/>
                      <a:pt x="66036" y="0"/>
                    </a:cubicBezTo>
                    <a:cubicBezTo>
                      <a:pt x="78915" y="0"/>
                      <a:pt x="90259" y="2829"/>
                      <a:pt x="100067" y="8493"/>
                    </a:cubicBezTo>
                    <a:cubicBezTo>
                      <a:pt x="109874" y="14155"/>
                      <a:pt x="117529" y="22374"/>
                      <a:pt x="123033" y="33160"/>
                    </a:cubicBezTo>
                    <a:cubicBezTo>
                      <a:pt x="128535" y="43943"/>
                      <a:pt x="131287" y="57003"/>
                      <a:pt x="131287" y="723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4"/>
              <p:cNvSpPr/>
              <p:nvPr/>
            </p:nvSpPr>
            <p:spPr>
              <a:xfrm>
                <a:off x="1755109" y="1550102"/>
                <a:ext cx="121717" cy="142673"/>
              </a:xfrm>
              <a:custGeom>
                <a:rect b="b" l="l" r="r" t="t"/>
                <a:pathLst>
                  <a:path extrusionOk="0" h="142673" w="121717">
                    <a:moveTo>
                      <a:pt x="71582" y="1"/>
                    </a:moveTo>
                    <a:cubicBezTo>
                      <a:pt x="87498" y="1"/>
                      <a:pt x="99836" y="4069"/>
                      <a:pt x="108587" y="12206"/>
                    </a:cubicBezTo>
                    <a:cubicBezTo>
                      <a:pt x="117341" y="20347"/>
                      <a:pt x="121717" y="33395"/>
                      <a:pt x="121717" y="51361"/>
                    </a:cubicBezTo>
                    <a:lnTo>
                      <a:pt x="121717" y="142673"/>
                    </a:lnTo>
                    <a:lnTo>
                      <a:pt x="93789" y="142673"/>
                    </a:lnTo>
                    <a:lnTo>
                      <a:pt x="93789" y="56074"/>
                    </a:lnTo>
                    <a:cubicBezTo>
                      <a:pt x="93789" y="45072"/>
                      <a:pt x="91466" y="36816"/>
                      <a:pt x="86825" y="31294"/>
                    </a:cubicBezTo>
                    <a:cubicBezTo>
                      <a:pt x="82181" y="25778"/>
                      <a:pt x="75026" y="23019"/>
                      <a:pt x="65353" y="23019"/>
                    </a:cubicBezTo>
                    <a:cubicBezTo>
                      <a:pt x="51425" y="23019"/>
                      <a:pt x="41724" y="27234"/>
                      <a:pt x="36247" y="35670"/>
                    </a:cubicBezTo>
                    <a:cubicBezTo>
                      <a:pt x="30770" y="44100"/>
                      <a:pt x="28030" y="56328"/>
                      <a:pt x="28030" y="72351"/>
                    </a:cubicBezTo>
                    <a:lnTo>
                      <a:pt x="28030" y="142673"/>
                    </a:lnTo>
                    <a:lnTo>
                      <a:pt x="0" y="142673"/>
                    </a:lnTo>
                    <a:lnTo>
                      <a:pt x="0" y="2610"/>
                    </a:lnTo>
                    <a:lnTo>
                      <a:pt x="21953" y="2610"/>
                    </a:lnTo>
                    <a:lnTo>
                      <a:pt x="25928" y="21879"/>
                    </a:lnTo>
                    <a:lnTo>
                      <a:pt x="27473" y="21879"/>
                    </a:lnTo>
                    <a:cubicBezTo>
                      <a:pt x="30477" y="16976"/>
                      <a:pt x="34247" y="12916"/>
                      <a:pt x="38778" y="9698"/>
                    </a:cubicBezTo>
                    <a:cubicBezTo>
                      <a:pt x="43311" y="6477"/>
                      <a:pt x="48383" y="4057"/>
                      <a:pt x="53996" y="2437"/>
                    </a:cubicBezTo>
                    <a:cubicBezTo>
                      <a:pt x="59610" y="810"/>
                      <a:pt x="65471" y="0"/>
                      <a:pt x="7158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4"/>
              <p:cNvSpPr/>
              <p:nvPr/>
            </p:nvSpPr>
            <p:spPr>
              <a:xfrm>
                <a:off x="1912339" y="1550103"/>
                <a:ext cx="131287" cy="145207"/>
              </a:xfrm>
              <a:custGeom>
                <a:rect b="b" l="l" r="r" t="t"/>
                <a:pathLst>
                  <a:path extrusionOk="0" h="145207" w="131287">
                    <a:moveTo>
                      <a:pt x="28815" y="72351"/>
                    </a:moveTo>
                    <a:cubicBezTo>
                      <a:pt x="28815" y="82777"/>
                      <a:pt x="30112" y="91718"/>
                      <a:pt x="32702" y="99174"/>
                    </a:cubicBezTo>
                    <a:cubicBezTo>
                      <a:pt x="35293" y="106622"/>
                      <a:pt x="39296" y="112333"/>
                      <a:pt x="44717" y="116294"/>
                    </a:cubicBezTo>
                    <a:cubicBezTo>
                      <a:pt x="50134" y="120260"/>
                      <a:pt x="57130" y="122241"/>
                      <a:pt x="65708" y="122241"/>
                    </a:cubicBezTo>
                    <a:cubicBezTo>
                      <a:pt x="74214" y="122241"/>
                      <a:pt x="81184" y="120260"/>
                      <a:pt x="86622" y="116294"/>
                    </a:cubicBezTo>
                    <a:cubicBezTo>
                      <a:pt x="92057" y="112333"/>
                      <a:pt x="96048" y="106622"/>
                      <a:pt x="98599" y="99174"/>
                    </a:cubicBezTo>
                    <a:cubicBezTo>
                      <a:pt x="101147" y="91718"/>
                      <a:pt x="102423" y="82777"/>
                      <a:pt x="102423" y="72351"/>
                    </a:cubicBezTo>
                    <a:cubicBezTo>
                      <a:pt x="102423" y="61959"/>
                      <a:pt x="101147" y="53100"/>
                      <a:pt x="98599" y="45770"/>
                    </a:cubicBezTo>
                    <a:cubicBezTo>
                      <a:pt x="96048" y="38445"/>
                      <a:pt x="92065" y="32842"/>
                      <a:pt x="86649" y="28962"/>
                    </a:cubicBezTo>
                    <a:cubicBezTo>
                      <a:pt x="81227" y="25083"/>
                      <a:pt x="74190" y="23141"/>
                      <a:pt x="65531" y="23141"/>
                    </a:cubicBezTo>
                    <a:cubicBezTo>
                      <a:pt x="52800" y="23141"/>
                      <a:pt x="43501" y="27412"/>
                      <a:pt x="37627" y="35949"/>
                    </a:cubicBezTo>
                    <a:cubicBezTo>
                      <a:pt x="31753" y="44483"/>
                      <a:pt x="28816" y="56617"/>
                      <a:pt x="28816" y="72352"/>
                    </a:cubicBezTo>
                    <a:close/>
                    <a:moveTo>
                      <a:pt x="131288" y="72351"/>
                    </a:moveTo>
                    <a:cubicBezTo>
                      <a:pt x="131288" y="83944"/>
                      <a:pt x="129777" y="94253"/>
                      <a:pt x="126754" y="103276"/>
                    </a:cubicBezTo>
                    <a:cubicBezTo>
                      <a:pt x="123734" y="112301"/>
                      <a:pt x="119335" y="119919"/>
                      <a:pt x="113564" y="126133"/>
                    </a:cubicBezTo>
                    <a:cubicBezTo>
                      <a:pt x="107789" y="132340"/>
                      <a:pt x="100842" y="137074"/>
                      <a:pt x="92724" y="140329"/>
                    </a:cubicBezTo>
                    <a:cubicBezTo>
                      <a:pt x="84603" y="143577"/>
                      <a:pt x="75429" y="145208"/>
                      <a:pt x="65200" y="145208"/>
                    </a:cubicBezTo>
                    <a:cubicBezTo>
                      <a:pt x="55646" y="145208"/>
                      <a:pt x="46885" y="143577"/>
                      <a:pt x="38917" y="140329"/>
                    </a:cubicBezTo>
                    <a:cubicBezTo>
                      <a:pt x="30948" y="137075"/>
                      <a:pt x="24058" y="132341"/>
                      <a:pt x="18242" y="126133"/>
                    </a:cubicBezTo>
                    <a:cubicBezTo>
                      <a:pt x="12427" y="119919"/>
                      <a:pt x="7932" y="112301"/>
                      <a:pt x="4760" y="103276"/>
                    </a:cubicBezTo>
                    <a:cubicBezTo>
                      <a:pt x="1585" y="94253"/>
                      <a:pt x="0" y="83944"/>
                      <a:pt x="0" y="72351"/>
                    </a:cubicBezTo>
                    <a:cubicBezTo>
                      <a:pt x="0" y="56953"/>
                      <a:pt x="2653" y="43868"/>
                      <a:pt x="7962" y="33095"/>
                    </a:cubicBezTo>
                    <a:cubicBezTo>
                      <a:pt x="13272" y="22321"/>
                      <a:pt x="20864" y="14114"/>
                      <a:pt x="30738" y="8468"/>
                    </a:cubicBezTo>
                    <a:cubicBezTo>
                      <a:pt x="40613" y="2822"/>
                      <a:pt x="52379" y="0"/>
                      <a:pt x="66036" y="0"/>
                    </a:cubicBezTo>
                    <a:cubicBezTo>
                      <a:pt x="78915" y="0"/>
                      <a:pt x="90259" y="2829"/>
                      <a:pt x="100067" y="8493"/>
                    </a:cubicBezTo>
                    <a:cubicBezTo>
                      <a:pt x="109874" y="14155"/>
                      <a:pt x="117529" y="22374"/>
                      <a:pt x="123033" y="33160"/>
                    </a:cubicBezTo>
                    <a:cubicBezTo>
                      <a:pt x="128535" y="43943"/>
                      <a:pt x="131287" y="57003"/>
                      <a:pt x="131287" y="723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4"/>
              <p:cNvSpPr/>
              <p:nvPr/>
            </p:nvSpPr>
            <p:spPr>
              <a:xfrm>
                <a:off x="2079926" y="1550103"/>
                <a:ext cx="204083" cy="142673"/>
              </a:xfrm>
              <a:custGeom>
                <a:rect b="b" l="l" r="r" t="t"/>
                <a:pathLst>
                  <a:path extrusionOk="0" h="142673" w="204083">
                    <a:moveTo>
                      <a:pt x="156861" y="0"/>
                    </a:moveTo>
                    <a:cubicBezTo>
                      <a:pt x="172458" y="0"/>
                      <a:pt x="184227" y="4048"/>
                      <a:pt x="192171" y="12144"/>
                    </a:cubicBezTo>
                    <a:cubicBezTo>
                      <a:pt x="200112" y="20240"/>
                      <a:pt x="204084" y="33210"/>
                      <a:pt x="204084" y="51057"/>
                    </a:cubicBezTo>
                    <a:lnTo>
                      <a:pt x="204084" y="142673"/>
                    </a:lnTo>
                    <a:lnTo>
                      <a:pt x="176155" y="142673"/>
                    </a:lnTo>
                    <a:lnTo>
                      <a:pt x="176155" y="55518"/>
                    </a:lnTo>
                    <a:cubicBezTo>
                      <a:pt x="176155" y="44736"/>
                      <a:pt x="174010" y="36621"/>
                      <a:pt x="169725" y="31180"/>
                    </a:cubicBezTo>
                    <a:cubicBezTo>
                      <a:pt x="165436" y="25742"/>
                      <a:pt x="158969" y="23019"/>
                      <a:pt x="150329" y="23019"/>
                    </a:cubicBezTo>
                    <a:cubicBezTo>
                      <a:pt x="138174" y="23019"/>
                      <a:pt x="129417" y="26817"/>
                      <a:pt x="124060" y="34414"/>
                    </a:cubicBezTo>
                    <a:cubicBezTo>
                      <a:pt x="118697" y="42014"/>
                      <a:pt x="116019" y="53077"/>
                      <a:pt x="116019" y="67608"/>
                    </a:cubicBezTo>
                    <a:lnTo>
                      <a:pt x="116019" y="142673"/>
                    </a:lnTo>
                    <a:lnTo>
                      <a:pt x="88040" y="142673"/>
                    </a:lnTo>
                    <a:lnTo>
                      <a:pt x="88040" y="55518"/>
                    </a:lnTo>
                    <a:cubicBezTo>
                      <a:pt x="88040" y="48318"/>
                      <a:pt x="87091" y="42316"/>
                      <a:pt x="85192" y="37508"/>
                    </a:cubicBezTo>
                    <a:cubicBezTo>
                      <a:pt x="83292" y="32699"/>
                      <a:pt x="80434" y="29082"/>
                      <a:pt x="76620" y="26654"/>
                    </a:cubicBezTo>
                    <a:cubicBezTo>
                      <a:pt x="72803" y="24233"/>
                      <a:pt x="67984" y="23019"/>
                      <a:pt x="62162" y="23019"/>
                    </a:cubicBezTo>
                    <a:cubicBezTo>
                      <a:pt x="53771" y="23019"/>
                      <a:pt x="47085" y="24887"/>
                      <a:pt x="42094" y="28621"/>
                    </a:cubicBezTo>
                    <a:cubicBezTo>
                      <a:pt x="37108" y="32358"/>
                      <a:pt x="33515" y="37861"/>
                      <a:pt x="31323" y="45138"/>
                    </a:cubicBezTo>
                    <a:cubicBezTo>
                      <a:pt x="29127" y="52412"/>
                      <a:pt x="28030" y="61321"/>
                      <a:pt x="28030" y="71870"/>
                    </a:cubicBezTo>
                    <a:lnTo>
                      <a:pt x="28030" y="142673"/>
                    </a:lnTo>
                    <a:lnTo>
                      <a:pt x="0" y="142673"/>
                    </a:lnTo>
                    <a:lnTo>
                      <a:pt x="0" y="2610"/>
                    </a:lnTo>
                    <a:lnTo>
                      <a:pt x="21953" y="2610"/>
                    </a:lnTo>
                    <a:lnTo>
                      <a:pt x="25928" y="21650"/>
                    </a:lnTo>
                    <a:lnTo>
                      <a:pt x="27473" y="21650"/>
                    </a:lnTo>
                    <a:cubicBezTo>
                      <a:pt x="30307" y="16784"/>
                      <a:pt x="33859" y="12757"/>
                      <a:pt x="38122" y="9571"/>
                    </a:cubicBezTo>
                    <a:cubicBezTo>
                      <a:pt x="42382" y="6387"/>
                      <a:pt x="47128" y="3996"/>
                      <a:pt x="52363" y="2397"/>
                    </a:cubicBezTo>
                    <a:cubicBezTo>
                      <a:pt x="57594" y="799"/>
                      <a:pt x="63072" y="1"/>
                      <a:pt x="68796" y="1"/>
                    </a:cubicBezTo>
                    <a:cubicBezTo>
                      <a:pt x="79259" y="1"/>
                      <a:pt x="88080" y="1862"/>
                      <a:pt x="95255" y="5593"/>
                    </a:cubicBezTo>
                    <a:cubicBezTo>
                      <a:pt x="102428" y="9316"/>
                      <a:pt x="107755" y="14990"/>
                      <a:pt x="111233" y="22614"/>
                    </a:cubicBezTo>
                    <a:lnTo>
                      <a:pt x="113259" y="22614"/>
                    </a:lnTo>
                    <a:cubicBezTo>
                      <a:pt x="117680" y="14907"/>
                      <a:pt x="123826" y="9213"/>
                      <a:pt x="131691" y="5529"/>
                    </a:cubicBezTo>
                    <a:cubicBezTo>
                      <a:pt x="139558" y="1845"/>
                      <a:pt x="147947" y="2"/>
                      <a:pt x="156861" y="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>
                <a:off x="2327551" y="1552712"/>
                <a:ext cx="28030" cy="140063"/>
              </a:xfrm>
              <a:custGeom>
                <a:rect b="b" l="l" r="r" t="t"/>
                <a:pathLst>
                  <a:path extrusionOk="0" h="140063" w="28030">
                    <a:moveTo>
                      <a:pt x="28030" y="0"/>
                    </a:moveTo>
                    <a:lnTo>
                      <a:pt x="28030" y="140064"/>
                    </a:lnTo>
                    <a:lnTo>
                      <a:pt x="0" y="140064"/>
                    </a:lnTo>
                    <a:lnTo>
                      <a:pt x="0" y="0"/>
                    </a:lnTo>
                    <a:lnTo>
                      <a:pt x="2803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" name="Google Shape;65;p4"/>
              <p:cNvSpPr/>
              <p:nvPr/>
            </p:nvSpPr>
            <p:spPr>
              <a:xfrm>
                <a:off x="2392108" y="1550102"/>
                <a:ext cx="106220" cy="145208"/>
              </a:xfrm>
              <a:custGeom>
                <a:rect b="b" l="l" r="r" t="t"/>
                <a:pathLst>
                  <a:path extrusionOk="0" h="145208" w="106220">
                    <a:moveTo>
                      <a:pt x="64390" y="145208"/>
                    </a:moveTo>
                    <a:cubicBezTo>
                      <a:pt x="51307" y="145208"/>
                      <a:pt x="39930" y="142632"/>
                      <a:pt x="30258" y="137480"/>
                    </a:cubicBezTo>
                    <a:cubicBezTo>
                      <a:pt x="20585" y="132320"/>
                      <a:pt x="13124" y="124429"/>
                      <a:pt x="7875" y="113798"/>
                    </a:cubicBezTo>
                    <a:cubicBezTo>
                      <a:pt x="2624" y="103170"/>
                      <a:pt x="0" y="89693"/>
                      <a:pt x="0" y="73366"/>
                    </a:cubicBezTo>
                    <a:cubicBezTo>
                      <a:pt x="0" y="56365"/>
                      <a:pt x="2851" y="42463"/>
                      <a:pt x="8558" y="31664"/>
                    </a:cubicBezTo>
                    <a:cubicBezTo>
                      <a:pt x="14262" y="20862"/>
                      <a:pt x="22167" y="12888"/>
                      <a:pt x="32273" y="7731"/>
                    </a:cubicBezTo>
                    <a:cubicBezTo>
                      <a:pt x="42374" y="2576"/>
                      <a:pt x="53959" y="0"/>
                      <a:pt x="67024" y="0"/>
                    </a:cubicBezTo>
                    <a:cubicBezTo>
                      <a:pt x="75075" y="0"/>
                      <a:pt x="82465" y="797"/>
                      <a:pt x="89194" y="2397"/>
                    </a:cubicBezTo>
                    <a:cubicBezTo>
                      <a:pt x="95919" y="3991"/>
                      <a:pt x="101593" y="5958"/>
                      <a:pt x="106220" y="8290"/>
                    </a:cubicBezTo>
                    <a:lnTo>
                      <a:pt x="97864" y="30853"/>
                    </a:lnTo>
                    <a:cubicBezTo>
                      <a:pt x="92883" y="28840"/>
                      <a:pt x="87685" y="27115"/>
                      <a:pt x="82266" y="25676"/>
                    </a:cubicBezTo>
                    <a:cubicBezTo>
                      <a:pt x="76849" y="24244"/>
                      <a:pt x="71665" y="23525"/>
                      <a:pt x="66720" y="23525"/>
                    </a:cubicBezTo>
                    <a:cubicBezTo>
                      <a:pt x="58228" y="23525"/>
                      <a:pt x="51179" y="25401"/>
                      <a:pt x="45563" y="29155"/>
                    </a:cubicBezTo>
                    <a:cubicBezTo>
                      <a:pt x="39953" y="32907"/>
                      <a:pt x="35758" y="38458"/>
                      <a:pt x="32979" y="45812"/>
                    </a:cubicBezTo>
                    <a:cubicBezTo>
                      <a:pt x="30203" y="53162"/>
                      <a:pt x="28815" y="62259"/>
                      <a:pt x="28815" y="73109"/>
                    </a:cubicBezTo>
                    <a:cubicBezTo>
                      <a:pt x="28815" y="83623"/>
                      <a:pt x="30205" y="92491"/>
                      <a:pt x="32994" y="99718"/>
                    </a:cubicBezTo>
                    <a:cubicBezTo>
                      <a:pt x="35776" y="106942"/>
                      <a:pt x="39905" y="112411"/>
                      <a:pt x="45375" y="116119"/>
                    </a:cubicBezTo>
                    <a:cubicBezTo>
                      <a:pt x="50843" y="119827"/>
                      <a:pt x="57610" y="121682"/>
                      <a:pt x="65682" y="121682"/>
                    </a:cubicBezTo>
                    <a:cubicBezTo>
                      <a:pt x="73293" y="121682"/>
                      <a:pt x="80123" y="120786"/>
                      <a:pt x="86166" y="118995"/>
                    </a:cubicBezTo>
                    <a:cubicBezTo>
                      <a:pt x="92209" y="117204"/>
                      <a:pt x="97864" y="114897"/>
                      <a:pt x="103131" y="112074"/>
                    </a:cubicBezTo>
                    <a:lnTo>
                      <a:pt x="103131" y="136561"/>
                    </a:lnTo>
                    <a:cubicBezTo>
                      <a:pt x="97982" y="139469"/>
                      <a:pt x="92403" y="141641"/>
                      <a:pt x="86394" y="143065"/>
                    </a:cubicBezTo>
                    <a:cubicBezTo>
                      <a:pt x="80384" y="144493"/>
                      <a:pt x="73050" y="145208"/>
                      <a:pt x="64390" y="14520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p4"/>
              <p:cNvSpPr/>
              <p:nvPr/>
            </p:nvSpPr>
            <p:spPr>
              <a:xfrm>
                <a:off x="2324840" y="1498447"/>
                <a:ext cx="33454" cy="33493"/>
              </a:xfrm>
              <a:custGeom>
                <a:rect b="b" l="l" r="r" t="t"/>
                <a:pathLst>
                  <a:path extrusionOk="0" h="33493" w="33454">
                    <a:moveTo>
                      <a:pt x="33454" y="16747"/>
                    </a:moveTo>
                    <a:cubicBezTo>
                      <a:pt x="33454" y="25996"/>
                      <a:pt x="25965" y="33494"/>
                      <a:pt x="16727" y="33494"/>
                    </a:cubicBezTo>
                    <a:cubicBezTo>
                      <a:pt x="7489" y="33494"/>
                      <a:pt x="0" y="25996"/>
                      <a:pt x="0" y="16747"/>
                    </a:cubicBezTo>
                    <a:cubicBezTo>
                      <a:pt x="0" y="7498"/>
                      <a:pt x="7489" y="0"/>
                      <a:pt x="16727" y="0"/>
                    </a:cubicBezTo>
                    <a:cubicBezTo>
                      <a:pt x="25965" y="0"/>
                      <a:pt x="33454" y="7498"/>
                      <a:pt x="33454" y="1674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4"/>
              <p:cNvSpPr/>
              <p:nvPr/>
            </p:nvSpPr>
            <p:spPr>
              <a:xfrm>
                <a:off x="1382198" y="1604437"/>
                <a:ext cx="36495" cy="36538"/>
              </a:xfrm>
              <a:custGeom>
                <a:rect b="b" l="l" r="r" t="t"/>
                <a:pathLst>
                  <a:path extrusionOk="0" h="36538" w="36495">
                    <a:moveTo>
                      <a:pt x="36496" y="18269"/>
                    </a:moveTo>
                    <a:cubicBezTo>
                      <a:pt x="36496" y="28359"/>
                      <a:pt x="28326" y="36539"/>
                      <a:pt x="18248" y="36539"/>
                    </a:cubicBezTo>
                    <a:cubicBezTo>
                      <a:pt x="8170" y="36539"/>
                      <a:pt x="0" y="28359"/>
                      <a:pt x="0" y="18269"/>
                    </a:cubicBezTo>
                    <a:cubicBezTo>
                      <a:pt x="0" y="8180"/>
                      <a:pt x="8170" y="0"/>
                      <a:pt x="18248" y="0"/>
                    </a:cubicBezTo>
                    <a:cubicBezTo>
                      <a:pt x="28326" y="0"/>
                      <a:pt x="36496" y="8180"/>
                      <a:pt x="36496" y="1826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8" name="Google Shape;68;p4"/>
          <p:cNvSpPr/>
          <p:nvPr>
            <p:ph idx="2" type="pic"/>
          </p:nvPr>
        </p:nvSpPr>
        <p:spPr>
          <a:xfrm>
            <a:off x="3950494" y="-80194"/>
            <a:ext cx="5283000" cy="4730700"/>
          </a:xfrm>
          <a:prstGeom prst="roundRect">
            <a:avLst>
              <a:gd fmla="val 685" name="adj"/>
            </a:avLst>
          </a:prstGeom>
          <a:solidFill>
            <a:srgbClr val="F2F2F2"/>
          </a:solidFill>
          <a:ln>
            <a:noFill/>
          </a:ln>
          <a:effectLst>
            <a:outerShdw blurRad="42863" rotWithShape="0" algn="bl" dist="14288">
              <a:srgbClr val="000000">
                <a:alpha val="0"/>
              </a:srgbClr>
            </a:outerShdw>
            <a:reflection blurRad="0" dir="5400000" dist="28575" endA="0" endPos="1000" fadeDir="5400012" kx="0" rotWithShape="0" algn="bl" stA="0" stPos="0" sy="-100000" ky="0"/>
          </a:effectLst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Front page bigger photo" showMasterSp="0">
  <p:cSld name="1_Title Slide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-75287" y="-47462"/>
            <a:ext cx="3945000" cy="4698000"/>
          </a:xfrm>
          <a:prstGeom prst="roundRect">
            <a:avLst>
              <a:gd fmla="val 943" name="adj"/>
            </a:avLst>
          </a:prstGeom>
          <a:solidFill>
            <a:schemeClr val="accent3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" name="Google Shape;71;p5"/>
          <p:cNvSpPr txBox="1"/>
          <p:nvPr>
            <p:ph type="ctrTitle"/>
          </p:nvPr>
        </p:nvSpPr>
        <p:spPr>
          <a:xfrm>
            <a:off x="602457" y="1600199"/>
            <a:ext cx="2673000" cy="18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i="0" sz="3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" name="Google Shape;72;p5"/>
          <p:cNvSpPr txBox="1"/>
          <p:nvPr>
            <p:ph idx="1" type="subTitle"/>
          </p:nvPr>
        </p:nvSpPr>
        <p:spPr>
          <a:xfrm>
            <a:off x="602456" y="3560838"/>
            <a:ext cx="26730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grpSp>
        <p:nvGrpSpPr>
          <p:cNvPr id="73" name="Google Shape;73;p5"/>
          <p:cNvGrpSpPr/>
          <p:nvPr/>
        </p:nvGrpSpPr>
        <p:grpSpPr>
          <a:xfrm>
            <a:off x="602455" y="600075"/>
            <a:ext cx="1271291" cy="286819"/>
            <a:chOff x="803273" y="1403982"/>
            <a:chExt cx="1695055" cy="382426"/>
          </a:xfrm>
        </p:grpSpPr>
        <p:grpSp>
          <p:nvGrpSpPr>
            <p:cNvPr id="74" name="Google Shape;74;p5"/>
            <p:cNvGrpSpPr/>
            <p:nvPr/>
          </p:nvGrpSpPr>
          <p:grpSpPr>
            <a:xfrm>
              <a:off x="803273" y="1403982"/>
              <a:ext cx="381273" cy="382426"/>
              <a:chOff x="803273" y="1403982"/>
              <a:chExt cx="381273" cy="382426"/>
            </a:xfrm>
          </p:grpSpPr>
          <p:sp>
            <p:nvSpPr>
              <p:cNvPr id="75" name="Google Shape;75;p5"/>
              <p:cNvSpPr/>
              <p:nvPr/>
            </p:nvSpPr>
            <p:spPr>
              <a:xfrm>
                <a:off x="803273" y="1622312"/>
                <a:ext cx="72990" cy="73076"/>
              </a:xfrm>
              <a:custGeom>
                <a:rect b="b" l="l" r="r" t="t"/>
                <a:pathLst>
                  <a:path extrusionOk="0" h="73076" w="72990">
                    <a:moveTo>
                      <a:pt x="43615" y="709"/>
                    </a:moveTo>
                    <a:cubicBezTo>
                      <a:pt x="23850" y="-3227"/>
                      <a:pt x="4640" y="9625"/>
                      <a:pt x="708" y="29412"/>
                    </a:cubicBezTo>
                    <a:cubicBezTo>
                      <a:pt x="-3223" y="49200"/>
                      <a:pt x="9611" y="68431"/>
                      <a:pt x="29376" y="72368"/>
                    </a:cubicBezTo>
                    <a:cubicBezTo>
                      <a:pt x="49144" y="76304"/>
                      <a:pt x="68351" y="63452"/>
                      <a:pt x="72283" y="43664"/>
                    </a:cubicBezTo>
                    <a:cubicBezTo>
                      <a:pt x="76214" y="23877"/>
                      <a:pt x="63380" y="4645"/>
                      <a:pt x="43615" y="70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5"/>
              <p:cNvSpPr/>
              <p:nvPr/>
            </p:nvSpPr>
            <p:spPr>
              <a:xfrm>
                <a:off x="988961" y="1664614"/>
                <a:ext cx="121650" cy="121794"/>
              </a:xfrm>
              <a:custGeom>
                <a:rect b="b" l="l" r="r" t="t"/>
                <a:pathLst>
                  <a:path extrusionOk="0" h="121794" w="121650">
                    <a:moveTo>
                      <a:pt x="72689" y="1182"/>
                    </a:moveTo>
                    <a:cubicBezTo>
                      <a:pt x="39751" y="-5380"/>
                      <a:pt x="7735" y="16038"/>
                      <a:pt x="1180" y="49020"/>
                    </a:cubicBezTo>
                    <a:cubicBezTo>
                      <a:pt x="-5372" y="82002"/>
                      <a:pt x="16021" y="114053"/>
                      <a:pt x="48961" y="120613"/>
                    </a:cubicBezTo>
                    <a:cubicBezTo>
                      <a:pt x="81905" y="127173"/>
                      <a:pt x="113921" y="105754"/>
                      <a:pt x="120470" y="72775"/>
                    </a:cubicBezTo>
                    <a:cubicBezTo>
                      <a:pt x="127025" y="39796"/>
                      <a:pt x="105632" y="7745"/>
                      <a:pt x="72689" y="118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830347" y="1403982"/>
                <a:ext cx="354199" cy="227082"/>
              </a:xfrm>
              <a:custGeom>
                <a:rect b="b" l="l" r="r" t="t"/>
                <a:pathLst>
                  <a:path extrusionOk="0" h="227082" w="354199">
                    <a:moveTo>
                      <a:pt x="295472" y="1432"/>
                    </a:moveTo>
                    <a:cubicBezTo>
                      <a:pt x="255936" y="-6483"/>
                      <a:pt x="217495" y="19213"/>
                      <a:pt x="209586" y="58797"/>
                    </a:cubicBezTo>
                    <a:lnTo>
                      <a:pt x="202532" y="94606"/>
                    </a:lnTo>
                    <a:cubicBezTo>
                      <a:pt x="197302" y="121034"/>
                      <a:pt x="171632" y="138206"/>
                      <a:pt x="145232" y="132970"/>
                    </a:cubicBezTo>
                    <a:lnTo>
                      <a:pt x="121389" y="128100"/>
                    </a:lnTo>
                    <a:cubicBezTo>
                      <a:pt x="95113" y="122861"/>
                      <a:pt x="77962" y="97286"/>
                      <a:pt x="83192" y="70855"/>
                    </a:cubicBezTo>
                    <a:lnTo>
                      <a:pt x="84406" y="64887"/>
                    </a:lnTo>
                    <a:cubicBezTo>
                      <a:pt x="88909" y="41869"/>
                      <a:pt x="73946" y="19336"/>
                      <a:pt x="50953" y="14831"/>
                    </a:cubicBezTo>
                    <a:cubicBezTo>
                      <a:pt x="27840" y="10201"/>
                      <a:pt x="5458" y="25182"/>
                      <a:pt x="834" y="48324"/>
                    </a:cubicBezTo>
                    <a:cubicBezTo>
                      <a:pt x="-3790" y="71342"/>
                      <a:pt x="11297" y="93754"/>
                      <a:pt x="34288" y="98380"/>
                    </a:cubicBezTo>
                    <a:lnTo>
                      <a:pt x="40248" y="99599"/>
                    </a:lnTo>
                    <a:cubicBezTo>
                      <a:pt x="66645" y="104835"/>
                      <a:pt x="83800" y="130536"/>
                      <a:pt x="78448" y="156842"/>
                    </a:cubicBezTo>
                    <a:lnTo>
                      <a:pt x="76135" y="168777"/>
                    </a:lnTo>
                    <a:cubicBezTo>
                      <a:pt x="70905" y="195205"/>
                      <a:pt x="88059" y="220905"/>
                      <a:pt x="114335" y="226142"/>
                    </a:cubicBezTo>
                    <a:cubicBezTo>
                      <a:pt x="140732" y="231381"/>
                      <a:pt x="166402" y="214206"/>
                      <a:pt x="171632" y="187777"/>
                    </a:cubicBezTo>
                    <a:lnTo>
                      <a:pt x="173942" y="175842"/>
                    </a:lnTo>
                    <a:cubicBezTo>
                      <a:pt x="179172" y="149532"/>
                      <a:pt x="204842" y="132361"/>
                      <a:pt x="231117" y="137597"/>
                    </a:cubicBezTo>
                    <a:lnTo>
                      <a:pt x="267007" y="144784"/>
                    </a:lnTo>
                    <a:cubicBezTo>
                      <a:pt x="306543" y="152578"/>
                      <a:pt x="344983" y="126881"/>
                      <a:pt x="352768" y="87297"/>
                    </a:cubicBezTo>
                    <a:cubicBezTo>
                      <a:pt x="360677" y="47714"/>
                      <a:pt x="335007" y="9226"/>
                      <a:pt x="295471" y="14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8" name="Google Shape;78;p5"/>
            <p:cNvGrpSpPr/>
            <p:nvPr/>
          </p:nvGrpSpPr>
          <p:grpSpPr>
            <a:xfrm>
              <a:off x="1220994" y="1498447"/>
              <a:ext cx="1277334" cy="196864"/>
              <a:chOff x="1220994" y="1498447"/>
              <a:chExt cx="1277334" cy="196864"/>
            </a:xfrm>
          </p:grpSpPr>
          <p:sp>
            <p:nvSpPr>
              <p:cNvPr id="79" name="Google Shape;79;p5"/>
              <p:cNvSpPr/>
              <p:nvPr/>
            </p:nvSpPr>
            <p:spPr>
              <a:xfrm>
                <a:off x="1220994" y="1550103"/>
                <a:ext cx="122754" cy="145208"/>
              </a:xfrm>
              <a:custGeom>
                <a:rect b="b" l="l" r="r" t="t"/>
                <a:pathLst>
                  <a:path extrusionOk="0" h="145208" w="122754">
                    <a:moveTo>
                      <a:pt x="63402" y="21368"/>
                    </a:moveTo>
                    <a:cubicBezTo>
                      <a:pt x="53661" y="21368"/>
                      <a:pt x="45808" y="24536"/>
                      <a:pt x="39843" y="30875"/>
                    </a:cubicBezTo>
                    <a:cubicBezTo>
                      <a:pt x="33874" y="37212"/>
                      <a:pt x="30366" y="46409"/>
                      <a:pt x="29321" y="58457"/>
                    </a:cubicBezTo>
                    <a:lnTo>
                      <a:pt x="95053" y="58457"/>
                    </a:lnTo>
                    <a:cubicBezTo>
                      <a:pt x="94967" y="51172"/>
                      <a:pt x="93781" y="44746"/>
                      <a:pt x="91496" y="39163"/>
                    </a:cubicBezTo>
                    <a:cubicBezTo>
                      <a:pt x="89207" y="33590"/>
                      <a:pt x="85755" y="29228"/>
                      <a:pt x="81141" y="26082"/>
                    </a:cubicBezTo>
                    <a:cubicBezTo>
                      <a:pt x="76523" y="22942"/>
                      <a:pt x="70609" y="21368"/>
                      <a:pt x="63402" y="21368"/>
                    </a:cubicBezTo>
                    <a:close/>
                    <a:moveTo>
                      <a:pt x="63453" y="0"/>
                    </a:moveTo>
                    <a:cubicBezTo>
                      <a:pt x="75808" y="0"/>
                      <a:pt x="86410" y="2585"/>
                      <a:pt x="95256" y="7756"/>
                    </a:cubicBezTo>
                    <a:cubicBezTo>
                      <a:pt x="104099" y="12929"/>
                      <a:pt x="110896" y="20247"/>
                      <a:pt x="115639" y="29710"/>
                    </a:cubicBezTo>
                    <a:cubicBezTo>
                      <a:pt x="120382" y="39174"/>
                      <a:pt x="122755" y="50431"/>
                      <a:pt x="122755" y="63477"/>
                    </a:cubicBezTo>
                    <a:lnTo>
                      <a:pt x="122755" y="78842"/>
                    </a:lnTo>
                    <a:lnTo>
                      <a:pt x="28739" y="78842"/>
                    </a:lnTo>
                    <a:cubicBezTo>
                      <a:pt x="29042" y="92986"/>
                      <a:pt x="32770" y="103862"/>
                      <a:pt x="39917" y="111466"/>
                    </a:cubicBezTo>
                    <a:cubicBezTo>
                      <a:pt x="47067" y="119072"/>
                      <a:pt x="57097" y="122875"/>
                      <a:pt x="70012" y="122875"/>
                    </a:cubicBezTo>
                    <a:cubicBezTo>
                      <a:pt x="78923" y="122875"/>
                      <a:pt x="86904" y="122016"/>
                      <a:pt x="93951" y="120299"/>
                    </a:cubicBezTo>
                    <a:cubicBezTo>
                      <a:pt x="100999" y="118589"/>
                      <a:pt x="108288" y="116053"/>
                      <a:pt x="115817" y="112709"/>
                    </a:cubicBezTo>
                    <a:lnTo>
                      <a:pt x="115817" y="135802"/>
                    </a:lnTo>
                    <a:cubicBezTo>
                      <a:pt x="108809" y="139066"/>
                      <a:pt x="101721" y="141449"/>
                      <a:pt x="94548" y="142951"/>
                    </a:cubicBezTo>
                    <a:cubicBezTo>
                      <a:pt x="87372" y="144456"/>
                      <a:pt x="78789" y="145208"/>
                      <a:pt x="68796" y="145208"/>
                    </a:cubicBezTo>
                    <a:cubicBezTo>
                      <a:pt x="55139" y="145208"/>
                      <a:pt x="43151" y="142518"/>
                      <a:pt x="32830" y="137133"/>
                    </a:cubicBezTo>
                    <a:cubicBezTo>
                      <a:pt x="22505" y="131752"/>
                      <a:pt x="14454" y="123747"/>
                      <a:pt x="8671" y="113116"/>
                    </a:cubicBezTo>
                    <a:cubicBezTo>
                      <a:pt x="2890" y="102488"/>
                      <a:pt x="0" y="89318"/>
                      <a:pt x="0" y="73617"/>
                    </a:cubicBezTo>
                    <a:cubicBezTo>
                      <a:pt x="0" y="58037"/>
                      <a:pt x="2625" y="44760"/>
                      <a:pt x="7875" y="33793"/>
                    </a:cubicBezTo>
                    <a:cubicBezTo>
                      <a:pt x="13124" y="22827"/>
                      <a:pt x="20510" y="14450"/>
                      <a:pt x="30030" y="8671"/>
                    </a:cubicBezTo>
                    <a:cubicBezTo>
                      <a:pt x="39551" y="2887"/>
                      <a:pt x="50691" y="0"/>
                      <a:pt x="634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1457967" y="1550102"/>
                <a:ext cx="106219" cy="145208"/>
              </a:xfrm>
              <a:custGeom>
                <a:rect b="b" l="l" r="r" t="t"/>
                <a:pathLst>
                  <a:path extrusionOk="0" h="145208" w="106219">
                    <a:moveTo>
                      <a:pt x="64390" y="145208"/>
                    </a:moveTo>
                    <a:cubicBezTo>
                      <a:pt x="51306" y="145208"/>
                      <a:pt x="39929" y="142632"/>
                      <a:pt x="30258" y="137480"/>
                    </a:cubicBezTo>
                    <a:cubicBezTo>
                      <a:pt x="20585" y="132320"/>
                      <a:pt x="13124" y="124429"/>
                      <a:pt x="7875" y="113798"/>
                    </a:cubicBezTo>
                    <a:cubicBezTo>
                      <a:pt x="2624" y="103170"/>
                      <a:pt x="0" y="89693"/>
                      <a:pt x="0" y="73366"/>
                    </a:cubicBezTo>
                    <a:cubicBezTo>
                      <a:pt x="0" y="56365"/>
                      <a:pt x="2851" y="42463"/>
                      <a:pt x="8558" y="31664"/>
                    </a:cubicBezTo>
                    <a:cubicBezTo>
                      <a:pt x="14262" y="20862"/>
                      <a:pt x="22167" y="12888"/>
                      <a:pt x="32273" y="7731"/>
                    </a:cubicBezTo>
                    <a:cubicBezTo>
                      <a:pt x="42374" y="2576"/>
                      <a:pt x="53959" y="0"/>
                      <a:pt x="67024" y="0"/>
                    </a:cubicBezTo>
                    <a:cubicBezTo>
                      <a:pt x="75075" y="0"/>
                      <a:pt x="82465" y="797"/>
                      <a:pt x="89194" y="2397"/>
                    </a:cubicBezTo>
                    <a:cubicBezTo>
                      <a:pt x="95919" y="3991"/>
                      <a:pt x="101593" y="5958"/>
                      <a:pt x="106220" y="8290"/>
                    </a:cubicBezTo>
                    <a:lnTo>
                      <a:pt x="97864" y="30853"/>
                    </a:lnTo>
                    <a:cubicBezTo>
                      <a:pt x="92883" y="28840"/>
                      <a:pt x="87685" y="27115"/>
                      <a:pt x="82266" y="25676"/>
                    </a:cubicBezTo>
                    <a:cubicBezTo>
                      <a:pt x="76848" y="24244"/>
                      <a:pt x="71665" y="23525"/>
                      <a:pt x="66720" y="23525"/>
                    </a:cubicBezTo>
                    <a:cubicBezTo>
                      <a:pt x="58228" y="23525"/>
                      <a:pt x="51179" y="25401"/>
                      <a:pt x="45563" y="29155"/>
                    </a:cubicBezTo>
                    <a:cubicBezTo>
                      <a:pt x="39953" y="32907"/>
                      <a:pt x="35758" y="38458"/>
                      <a:pt x="32979" y="45812"/>
                    </a:cubicBezTo>
                    <a:cubicBezTo>
                      <a:pt x="30203" y="53162"/>
                      <a:pt x="28815" y="62259"/>
                      <a:pt x="28815" y="73109"/>
                    </a:cubicBezTo>
                    <a:cubicBezTo>
                      <a:pt x="28815" y="83623"/>
                      <a:pt x="30205" y="92491"/>
                      <a:pt x="32993" y="99718"/>
                    </a:cubicBezTo>
                    <a:cubicBezTo>
                      <a:pt x="35776" y="106942"/>
                      <a:pt x="39905" y="112411"/>
                      <a:pt x="45375" y="116119"/>
                    </a:cubicBezTo>
                    <a:cubicBezTo>
                      <a:pt x="50843" y="119827"/>
                      <a:pt x="57610" y="121682"/>
                      <a:pt x="65682" y="121682"/>
                    </a:cubicBezTo>
                    <a:cubicBezTo>
                      <a:pt x="73293" y="121682"/>
                      <a:pt x="80122" y="120786"/>
                      <a:pt x="86166" y="118995"/>
                    </a:cubicBezTo>
                    <a:cubicBezTo>
                      <a:pt x="92209" y="117204"/>
                      <a:pt x="97864" y="114897"/>
                      <a:pt x="103131" y="112074"/>
                    </a:cubicBezTo>
                    <a:lnTo>
                      <a:pt x="103131" y="136561"/>
                    </a:lnTo>
                    <a:cubicBezTo>
                      <a:pt x="97982" y="139469"/>
                      <a:pt x="92403" y="141641"/>
                      <a:pt x="86394" y="143065"/>
                    </a:cubicBezTo>
                    <a:cubicBezTo>
                      <a:pt x="80384" y="144493"/>
                      <a:pt x="73050" y="145208"/>
                      <a:pt x="64390" y="1452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1587524" y="1550103"/>
                <a:ext cx="131287" cy="145207"/>
              </a:xfrm>
              <a:custGeom>
                <a:rect b="b" l="l" r="r" t="t"/>
                <a:pathLst>
                  <a:path extrusionOk="0" h="145207" w="131287">
                    <a:moveTo>
                      <a:pt x="28815" y="72351"/>
                    </a:moveTo>
                    <a:cubicBezTo>
                      <a:pt x="28815" y="82777"/>
                      <a:pt x="30112" y="91718"/>
                      <a:pt x="32702" y="99174"/>
                    </a:cubicBezTo>
                    <a:cubicBezTo>
                      <a:pt x="35293" y="106622"/>
                      <a:pt x="39296" y="112333"/>
                      <a:pt x="44717" y="116294"/>
                    </a:cubicBezTo>
                    <a:cubicBezTo>
                      <a:pt x="50134" y="120260"/>
                      <a:pt x="57130" y="122241"/>
                      <a:pt x="65708" y="122241"/>
                    </a:cubicBezTo>
                    <a:cubicBezTo>
                      <a:pt x="74214" y="122241"/>
                      <a:pt x="81184" y="120260"/>
                      <a:pt x="86622" y="116294"/>
                    </a:cubicBezTo>
                    <a:cubicBezTo>
                      <a:pt x="92057" y="112333"/>
                      <a:pt x="96048" y="106622"/>
                      <a:pt x="98599" y="99174"/>
                    </a:cubicBezTo>
                    <a:cubicBezTo>
                      <a:pt x="101147" y="91718"/>
                      <a:pt x="102423" y="82777"/>
                      <a:pt x="102423" y="72351"/>
                    </a:cubicBezTo>
                    <a:cubicBezTo>
                      <a:pt x="102423" y="61959"/>
                      <a:pt x="101147" y="53100"/>
                      <a:pt x="98599" y="45770"/>
                    </a:cubicBezTo>
                    <a:cubicBezTo>
                      <a:pt x="96048" y="38445"/>
                      <a:pt x="92065" y="32842"/>
                      <a:pt x="86649" y="28962"/>
                    </a:cubicBezTo>
                    <a:cubicBezTo>
                      <a:pt x="81228" y="25083"/>
                      <a:pt x="74190" y="23141"/>
                      <a:pt x="65531" y="23141"/>
                    </a:cubicBezTo>
                    <a:cubicBezTo>
                      <a:pt x="52800" y="23141"/>
                      <a:pt x="43501" y="27412"/>
                      <a:pt x="37627" y="35949"/>
                    </a:cubicBezTo>
                    <a:cubicBezTo>
                      <a:pt x="31753" y="44483"/>
                      <a:pt x="28816" y="56617"/>
                      <a:pt x="28816" y="72352"/>
                    </a:cubicBezTo>
                    <a:close/>
                    <a:moveTo>
                      <a:pt x="131288" y="72351"/>
                    </a:moveTo>
                    <a:cubicBezTo>
                      <a:pt x="131288" y="83944"/>
                      <a:pt x="129777" y="94253"/>
                      <a:pt x="126754" y="103276"/>
                    </a:cubicBezTo>
                    <a:cubicBezTo>
                      <a:pt x="123734" y="112301"/>
                      <a:pt x="119335" y="119919"/>
                      <a:pt x="113564" y="126133"/>
                    </a:cubicBezTo>
                    <a:cubicBezTo>
                      <a:pt x="107789" y="132340"/>
                      <a:pt x="100842" y="137074"/>
                      <a:pt x="92724" y="140329"/>
                    </a:cubicBezTo>
                    <a:cubicBezTo>
                      <a:pt x="84603" y="143577"/>
                      <a:pt x="75430" y="145208"/>
                      <a:pt x="65200" y="145208"/>
                    </a:cubicBezTo>
                    <a:cubicBezTo>
                      <a:pt x="55646" y="145208"/>
                      <a:pt x="46885" y="143577"/>
                      <a:pt x="38917" y="140329"/>
                    </a:cubicBezTo>
                    <a:cubicBezTo>
                      <a:pt x="30948" y="137075"/>
                      <a:pt x="24058" y="132341"/>
                      <a:pt x="18243" y="126133"/>
                    </a:cubicBezTo>
                    <a:cubicBezTo>
                      <a:pt x="12427" y="119919"/>
                      <a:pt x="7932" y="112301"/>
                      <a:pt x="4760" y="103276"/>
                    </a:cubicBezTo>
                    <a:cubicBezTo>
                      <a:pt x="1585" y="94253"/>
                      <a:pt x="0" y="83944"/>
                      <a:pt x="0" y="72351"/>
                    </a:cubicBezTo>
                    <a:cubicBezTo>
                      <a:pt x="0" y="56953"/>
                      <a:pt x="2653" y="43868"/>
                      <a:pt x="7962" y="33095"/>
                    </a:cubicBezTo>
                    <a:cubicBezTo>
                      <a:pt x="13272" y="22321"/>
                      <a:pt x="20864" y="14114"/>
                      <a:pt x="30738" y="8468"/>
                    </a:cubicBezTo>
                    <a:cubicBezTo>
                      <a:pt x="40613" y="2822"/>
                      <a:pt x="52379" y="0"/>
                      <a:pt x="66036" y="0"/>
                    </a:cubicBezTo>
                    <a:cubicBezTo>
                      <a:pt x="78915" y="0"/>
                      <a:pt x="90259" y="2829"/>
                      <a:pt x="100067" y="8493"/>
                    </a:cubicBezTo>
                    <a:cubicBezTo>
                      <a:pt x="109874" y="14155"/>
                      <a:pt x="117529" y="22374"/>
                      <a:pt x="123033" y="33160"/>
                    </a:cubicBezTo>
                    <a:cubicBezTo>
                      <a:pt x="128535" y="43943"/>
                      <a:pt x="131287" y="57003"/>
                      <a:pt x="131287" y="723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5"/>
              <p:cNvSpPr/>
              <p:nvPr/>
            </p:nvSpPr>
            <p:spPr>
              <a:xfrm>
                <a:off x="1755109" y="1550102"/>
                <a:ext cx="121717" cy="142673"/>
              </a:xfrm>
              <a:custGeom>
                <a:rect b="b" l="l" r="r" t="t"/>
                <a:pathLst>
                  <a:path extrusionOk="0" h="142673" w="121717">
                    <a:moveTo>
                      <a:pt x="71582" y="1"/>
                    </a:moveTo>
                    <a:cubicBezTo>
                      <a:pt x="87498" y="1"/>
                      <a:pt x="99836" y="4069"/>
                      <a:pt x="108587" y="12206"/>
                    </a:cubicBezTo>
                    <a:cubicBezTo>
                      <a:pt x="117341" y="20347"/>
                      <a:pt x="121717" y="33395"/>
                      <a:pt x="121717" y="51361"/>
                    </a:cubicBezTo>
                    <a:lnTo>
                      <a:pt x="121717" y="142673"/>
                    </a:lnTo>
                    <a:lnTo>
                      <a:pt x="93789" y="142673"/>
                    </a:lnTo>
                    <a:lnTo>
                      <a:pt x="93789" y="56074"/>
                    </a:lnTo>
                    <a:cubicBezTo>
                      <a:pt x="93789" y="45072"/>
                      <a:pt x="91466" y="36816"/>
                      <a:pt x="86825" y="31294"/>
                    </a:cubicBezTo>
                    <a:cubicBezTo>
                      <a:pt x="82181" y="25778"/>
                      <a:pt x="75026" y="23019"/>
                      <a:pt x="65353" y="23019"/>
                    </a:cubicBezTo>
                    <a:cubicBezTo>
                      <a:pt x="51425" y="23019"/>
                      <a:pt x="41724" y="27234"/>
                      <a:pt x="36247" y="35670"/>
                    </a:cubicBezTo>
                    <a:cubicBezTo>
                      <a:pt x="30770" y="44100"/>
                      <a:pt x="28030" y="56328"/>
                      <a:pt x="28030" y="72351"/>
                    </a:cubicBezTo>
                    <a:lnTo>
                      <a:pt x="28030" y="142673"/>
                    </a:lnTo>
                    <a:lnTo>
                      <a:pt x="0" y="142673"/>
                    </a:lnTo>
                    <a:lnTo>
                      <a:pt x="0" y="2610"/>
                    </a:lnTo>
                    <a:lnTo>
                      <a:pt x="21953" y="2610"/>
                    </a:lnTo>
                    <a:lnTo>
                      <a:pt x="25928" y="21879"/>
                    </a:lnTo>
                    <a:lnTo>
                      <a:pt x="27473" y="21879"/>
                    </a:lnTo>
                    <a:cubicBezTo>
                      <a:pt x="30477" y="16976"/>
                      <a:pt x="34247" y="12916"/>
                      <a:pt x="38778" y="9698"/>
                    </a:cubicBezTo>
                    <a:cubicBezTo>
                      <a:pt x="43311" y="6477"/>
                      <a:pt x="48383" y="4057"/>
                      <a:pt x="53996" y="2437"/>
                    </a:cubicBezTo>
                    <a:cubicBezTo>
                      <a:pt x="59610" y="810"/>
                      <a:pt x="65471" y="0"/>
                      <a:pt x="71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5"/>
              <p:cNvSpPr/>
              <p:nvPr/>
            </p:nvSpPr>
            <p:spPr>
              <a:xfrm>
                <a:off x="1912339" y="1550103"/>
                <a:ext cx="131287" cy="145207"/>
              </a:xfrm>
              <a:custGeom>
                <a:rect b="b" l="l" r="r" t="t"/>
                <a:pathLst>
                  <a:path extrusionOk="0" h="145207" w="131287">
                    <a:moveTo>
                      <a:pt x="28815" y="72351"/>
                    </a:moveTo>
                    <a:cubicBezTo>
                      <a:pt x="28815" y="82777"/>
                      <a:pt x="30112" y="91718"/>
                      <a:pt x="32702" y="99174"/>
                    </a:cubicBezTo>
                    <a:cubicBezTo>
                      <a:pt x="35293" y="106622"/>
                      <a:pt x="39296" y="112333"/>
                      <a:pt x="44717" y="116294"/>
                    </a:cubicBezTo>
                    <a:cubicBezTo>
                      <a:pt x="50134" y="120260"/>
                      <a:pt x="57130" y="122241"/>
                      <a:pt x="65708" y="122241"/>
                    </a:cubicBezTo>
                    <a:cubicBezTo>
                      <a:pt x="74214" y="122241"/>
                      <a:pt x="81184" y="120260"/>
                      <a:pt x="86622" y="116294"/>
                    </a:cubicBezTo>
                    <a:cubicBezTo>
                      <a:pt x="92057" y="112333"/>
                      <a:pt x="96048" y="106622"/>
                      <a:pt x="98599" y="99174"/>
                    </a:cubicBezTo>
                    <a:cubicBezTo>
                      <a:pt x="101147" y="91718"/>
                      <a:pt x="102423" y="82777"/>
                      <a:pt x="102423" y="72351"/>
                    </a:cubicBezTo>
                    <a:cubicBezTo>
                      <a:pt x="102423" y="61959"/>
                      <a:pt x="101147" y="53100"/>
                      <a:pt x="98599" y="45770"/>
                    </a:cubicBezTo>
                    <a:cubicBezTo>
                      <a:pt x="96048" y="38445"/>
                      <a:pt x="92065" y="32842"/>
                      <a:pt x="86649" y="28962"/>
                    </a:cubicBezTo>
                    <a:cubicBezTo>
                      <a:pt x="81227" y="25083"/>
                      <a:pt x="74190" y="23141"/>
                      <a:pt x="65531" y="23141"/>
                    </a:cubicBezTo>
                    <a:cubicBezTo>
                      <a:pt x="52800" y="23141"/>
                      <a:pt x="43501" y="27412"/>
                      <a:pt x="37627" y="35949"/>
                    </a:cubicBezTo>
                    <a:cubicBezTo>
                      <a:pt x="31753" y="44483"/>
                      <a:pt x="28816" y="56617"/>
                      <a:pt x="28816" y="72352"/>
                    </a:cubicBezTo>
                    <a:close/>
                    <a:moveTo>
                      <a:pt x="131288" y="72351"/>
                    </a:moveTo>
                    <a:cubicBezTo>
                      <a:pt x="131288" y="83944"/>
                      <a:pt x="129777" y="94253"/>
                      <a:pt x="126754" y="103276"/>
                    </a:cubicBezTo>
                    <a:cubicBezTo>
                      <a:pt x="123734" y="112301"/>
                      <a:pt x="119335" y="119919"/>
                      <a:pt x="113564" y="126133"/>
                    </a:cubicBezTo>
                    <a:cubicBezTo>
                      <a:pt x="107789" y="132340"/>
                      <a:pt x="100842" y="137074"/>
                      <a:pt x="92724" y="140329"/>
                    </a:cubicBezTo>
                    <a:cubicBezTo>
                      <a:pt x="84603" y="143577"/>
                      <a:pt x="75429" y="145208"/>
                      <a:pt x="65200" y="145208"/>
                    </a:cubicBezTo>
                    <a:cubicBezTo>
                      <a:pt x="55646" y="145208"/>
                      <a:pt x="46885" y="143577"/>
                      <a:pt x="38917" y="140329"/>
                    </a:cubicBezTo>
                    <a:cubicBezTo>
                      <a:pt x="30948" y="137075"/>
                      <a:pt x="24058" y="132341"/>
                      <a:pt x="18242" y="126133"/>
                    </a:cubicBezTo>
                    <a:cubicBezTo>
                      <a:pt x="12427" y="119919"/>
                      <a:pt x="7932" y="112301"/>
                      <a:pt x="4760" y="103276"/>
                    </a:cubicBezTo>
                    <a:cubicBezTo>
                      <a:pt x="1585" y="94253"/>
                      <a:pt x="0" y="83944"/>
                      <a:pt x="0" y="72351"/>
                    </a:cubicBezTo>
                    <a:cubicBezTo>
                      <a:pt x="0" y="56953"/>
                      <a:pt x="2653" y="43868"/>
                      <a:pt x="7962" y="33095"/>
                    </a:cubicBezTo>
                    <a:cubicBezTo>
                      <a:pt x="13272" y="22321"/>
                      <a:pt x="20864" y="14114"/>
                      <a:pt x="30738" y="8468"/>
                    </a:cubicBezTo>
                    <a:cubicBezTo>
                      <a:pt x="40613" y="2822"/>
                      <a:pt x="52379" y="0"/>
                      <a:pt x="66036" y="0"/>
                    </a:cubicBezTo>
                    <a:cubicBezTo>
                      <a:pt x="78915" y="0"/>
                      <a:pt x="90259" y="2829"/>
                      <a:pt x="100067" y="8493"/>
                    </a:cubicBezTo>
                    <a:cubicBezTo>
                      <a:pt x="109874" y="14155"/>
                      <a:pt x="117529" y="22374"/>
                      <a:pt x="123033" y="33160"/>
                    </a:cubicBezTo>
                    <a:cubicBezTo>
                      <a:pt x="128535" y="43943"/>
                      <a:pt x="131287" y="57003"/>
                      <a:pt x="131287" y="723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5"/>
              <p:cNvSpPr/>
              <p:nvPr/>
            </p:nvSpPr>
            <p:spPr>
              <a:xfrm>
                <a:off x="2079926" y="1550103"/>
                <a:ext cx="204083" cy="142673"/>
              </a:xfrm>
              <a:custGeom>
                <a:rect b="b" l="l" r="r" t="t"/>
                <a:pathLst>
                  <a:path extrusionOk="0" h="142673" w="204083">
                    <a:moveTo>
                      <a:pt x="156861" y="0"/>
                    </a:moveTo>
                    <a:cubicBezTo>
                      <a:pt x="172458" y="0"/>
                      <a:pt x="184227" y="4048"/>
                      <a:pt x="192171" y="12144"/>
                    </a:cubicBezTo>
                    <a:cubicBezTo>
                      <a:pt x="200112" y="20240"/>
                      <a:pt x="204084" y="33210"/>
                      <a:pt x="204084" y="51057"/>
                    </a:cubicBezTo>
                    <a:lnTo>
                      <a:pt x="204084" y="142673"/>
                    </a:lnTo>
                    <a:lnTo>
                      <a:pt x="176155" y="142673"/>
                    </a:lnTo>
                    <a:lnTo>
                      <a:pt x="176155" y="55518"/>
                    </a:lnTo>
                    <a:cubicBezTo>
                      <a:pt x="176155" y="44736"/>
                      <a:pt x="174010" y="36621"/>
                      <a:pt x="169725" y="31180"/>
                    </a:cubicBezTo>
                    <a:cubicBezTo>
                      <a:pt x="165436" y="25742"/>
                      <a:pt x="158969" y="23019"/>
                      <a:pt x="150329" y="23019"/>
                    </a:cubicBezTo>
                    <a:cubicBezTo>
                      <a:pt x="138174" y="23019"/>
                      <a:pt x="129417" y="26817"/>
                      <a:pt x="124060" y="34414"/>
                    </a:cubicBezTo>
                    <a:cubicBezTo>
                      <a:pt x="118697" y="42014"/>
                      <a:pt x="116019" y="53077"/>
                      <a:pt x="116019" y="67608"/>
                    </a:cubicBezTo>
                    <a:lnTo>
                      <a:pt x="116019" y="142673"/>
                    </a:lnTo>
                    <a:lnTo>
                      <a:pt x="88040" y="142673"/>
                    </a:lnTo>
                    <a:lnTo>
                      <a:pt x="88040" y="55518"/>
                    </a:lnTo>
                    <a:cubicBezTo>
                      <a:pt x="88040" y="48318"/>
                      <a:pt x="87091" y="42316"/>
                      <a:pt x="85192" y="37508"/>
                    </a:cubicBezTo>
                    <a:cubicBezTo>
                      <a:pt x="83292" y="32699"/>
                      <a:pt x="80434" y="29082"/>
                      <a:pt x="76620" y="26654"/>
                    </a:cubicBezTo>
                    <a:cubicBezTo>
                      <a:pt x="72803" y="24233"/>
                      <a:pt x="67984" y="23019"/>
                      <a:pt x="62162" y="23019"/>
                    </a:cubicBezTo>
                    <a:cubicBezTo>
                      <a:pt x="53771" y="23019"/>
                      <a:pt x="47085" y="24887"/>
                      <a:pt x="42094" y="28621"/>
                    </a:cubicBezTo>
                    <a:cubicBezTo>
                      <a:pt x="37108" y="32358"/>
                      <a:pt x="33515" y="37861"/>
                      <a:pt x="31323" y="45138"/>
                    </a:cubicBezTo>
                    <a:cubicBezTo>
                      <a:pt x="29127" y="52412"/>
                      <a:pt x="28030" y="61321"/>
                      <a:pt x="28030" y="71870"/>
                    </a:cubicBezTo>
                    <a:lnTo>
                      <a:pt x="28030" y="142673"/>
                    </a:lnTo>
                    <a:lnTo>
                      <a:pt x="0" y="142673"/>
                    </a:lnTo>
                    <a:lnTo>
                      <a:pt x="0" y="2610"/>
                    </a:lnTo>
                    <a:lnTo>
                      <a:pt x="21953" y="2610"/>
                    </a:lnTo>
                    <a:lnTo>
                      <a:pt x="25928" y="21650"/>
                    </a:lnTo>
                    <a:lnTo>
                      <a:pt x="27473" y="21650"/>
                    </a:lnTo>
                    <a:cubicBezTo>
                      <a:pt x="30307" y="16784"/>
                      <a:pt x="33859" y="12757"/>
                      <a:pt x="38122" y="9571"/>
                    </a:cubicBezTo>
                    <a:cubicBezTo>
                      <a:pt x="42382" y="6387"/>
                      <a:pt x="47128" y="3996"/>
                      <a:pt x="52363" y="2397"/>
                    </a:cubicBezTo>
                    <a:cubicBezTo>
                      <a:pt x="57594" y="799"/>
                      <a:pt x="63072" y="1"/>
                      <a:pt x="68796" y="1"/>
                    </a:cubicBezTo>
                    <a:cubicBezTo>
                      <a:pt x="79259" y="1"/>
                      <a:pt x="88080" y="1862"/>
                      <a:pt x="95255" y="5593"/>
                    </a:cubicBezTo>
                    <a:cubicBezTo>
                      <a:pt x="102428" y="9316"/>
                      <a:pt x="107755" y="14990"/>
                      <a:pt x="111233" y="22614"/>
                    </a:cubicBezTo>
                    <a:lnTo>
                      <a:pt x="113259" y="22614"/>
                    </a:lnTo>
                    <a:cubicBezTo>
                      <a:pt x="117680" y="14907"/>
                      <a:pt x="123826" y="9213"/>
                      <a:pt x="131691" y="5529"/>
                    </a:cubicBezTo>
                    <a:cubicBezTo>
                      <a:pt x="139558" y="1845"/>
                      <a:pt x="147947" y="2"/>
                      <a:pt x="156861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5"/>
              <p:cNvSpPr/>
              <p:nvPr/>
            </p:nvSpPr>
            <p:spPr>
              <a:xfrm>
                <a:off x="2327551" y="1552712"/>
                <a:ext cx="28030" cy="140063"/>
              </a:xfrm>
              <a:custGeom>
                <a:rect b="b" l="l" r="r" t="t"/>
                <a:pathLst>
                  <a:path extrusionOk="0" h="140063" w="28030">
                    <a:moveTo>
                      <a:pt x="28030" y="0"/>
                    </a:moveTo>
                    <a:lnTo>
                      <a:pt x="28030" y="140064"/>
                    </a:lnTo>
                    <a:lnTo>
                      <a:pt x="0" y="140064"/>
                    </a:lnTo>
                    <a:lnTo>
                      <a:pt x="0" y="0"/>
                    </a:lnTo>
                    <a:lnTo>
                      <a:pt x="280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5"/>
              <p:cNvSpPr/>
              <p:nvPr/>
            </p:nvSpPr>
            <p:spPr>
              <a:xfrm>
                <a:off x="2392108" y="1550102"/>
                <a:ext cx="106220" cy="145208"/>
              </a:xfrm>
              <a:custGeom>
                <a:rect b="b" l="l" r="r" t="t"/>
                <a:pathLst>
                  <a:path extrusionOk="0" h="145208" w="106220">
                    <a:moveTo>
                      <a:pt x="64390" y="145208"/>
                    </a:moveTo>
                    <a:cubicBezTo>
                      <a:pt x="51307" y="145208"/>
                      <a:pt x="39930" y="142632"/>
                      <a:pt x="30258" y="137480"/>
                    </a:cubicBezTo>
                    <a:cubicBezTo>
                      <a:pt x="20585" y="132320"/>
                      <a:pt x="13124" y="124429"/>
                      <a:pt x="7875" y="113798"/>
                    </a:cubicBezTo>
                    <a:cubicBezTo>
                      <a:pt x="2624" y="103170"/>
                      <a:pt x="0" y="89693"/>
                      <a:pt x="0" y="73366"/>
                    </a:cubicBezTo>
                    <a:cubicBezTo>
                      <a:pt x="0" y="56365"/>
                      <a:pt x="2851" y="42463"/>
                      <a:pt x="8558" y="31664"/>
                    </a:cubicBezTo>
                    <a:cubicBezTo>
                      <a:pt x="14262" y="20862"/>
                      <a:pt x="22167" y="12888"/>
                      <a:pt x="32273" y="7731"/>
                    </a:cubicBezTo>
                    <a:cubicBezTo>
                      <a:pt x="42374" y="2576"/>
                      <a:pt x="53959" y="0"/>
                      <a:pt x="67024" y="0"/>
                    </a:cubicBezTo>
                    <a:cubicBezTo>
                      <a:pt x="75075" y="0"/>
                      <a:pt x="82465" y="797"/>
                      <a:pt x="89194" y="2397"/>
                    </a:cubicBezTo>
                    <a:cubicBezTo>
                      <a:pt x="95919" y="3991"/>
                      <a:pt x="101593" y="5958"/>
                      <a:pt x="106220" y="8290"/>
                    </a:cubicBezTo>
                    <a:lnTo>
                      <a:pt x="97864" y="30853"/>
                    </a:lnTo>
                    <a:cubicBezTo>
                      <a:pt x="92883" y="28840"/>
                      <a:pt x="87685" y="27115"/>
                      <a:pt x="82266" y="25676"/>
                    </a:cubicBezTo>
                    <a:cubicBezTo>
                      <a:pt x="76849" y="24244"/>
                      <a:pt x="71665" y="23525"/>
                      <a:pt x="66720" y="23525"/>
                    </a:cubicBezTo>
                    <a:cubicBezTo>
                      <a:pt x="58228" y="23525"/>
                      <a:pt x="51179" y="25401"/>
                      <a:pt x="45563" y="29155"/>
                    </a:cubicBezTo>
                    <a:cubicBezTo>
                      <a:pt x="39953" y="32907"/>
                      <a:pt x="35758" y="38458"/>
                      <a:pt x="32979" y="45812"/>
                    </a:cubicBezTo>
                    <a:cubicBezTo>
                      <a:pt x="30203" y="53162"/>
                      <a:pt x="28815" y="62259"/>
                      <a:pt x="28815" y="73109"/>
                    </a:cubicBezTo>
                    <a:cubicBezTo>
                      <a:pt x="28815" y="83623"/>
                      <a:pt x="30205" y="92491"/>
                      <a:pt x="32994" y="99718"/>
                    </a:cubicBezTo>
                    <a:cubicBezTo>
                      <a:pt x="35776" y="106942"/>
                      <a:pt x="39905" y="112411"/>
                      <a:pt x="45375" y="116119"/>
                    </a:cubicBezTo>
                    <a:cubicBezTo>
                      <a:pt x="50843" y="119827"/>
                      <a:pt x="57610" y="121682"/>
                      <a:pt x="65682" y="121682"/>
                    </a:cubicBezTo>
                    <a:cubicBezTo>
                      <a:pt x="73293" y="121682"/>
                      <a:pt x="80123" y="120786"/>
                      <a:pt x="86166" y="118995"/>
                    </a:cubicBezTo>
                    <a:cubicBezTo>
                      <a:pt x="92209" y="117204"/>
                      <a:pt x="97864" y="114897"/>
                      <a:pt x="103131" y="112074"/>
                    </a:cubicBezTo>
                    <a:lnTo>
                      <a:pt x="103131" y="136561"/>
                    </a:lnTo>
                    <a:cubicBezTo>
                      <a:pt x="97982" y="139469"/>
                      <a:pt x="92403" y="141641"/>
                      <a:pt x="86394" y="143065"/>
                    </a:cubicBezTo>
                    <a:cubicBezTo>
                      <a:pt x="80384" y="144493"/>
                      <a:pt x="73050" y="145208"/>
                      <a:pt x="64390" y="1452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5"/>
              <p:cNvSpPr/>
              <p:nvPr/>
            </p:nvSpPr>
            <p:spPr>
              <a:xfrm>
                <a:off x="2324840" y="1498447"/>
                <a:ext cx="33454" cy="33493"/>
              </a:xfrm>
              <a:custGeom>
                <a:rect b="b" l="l" r="r" t="t"/>
                <a:pathLst>
                  <a:path extrusionOk="0" h="33493" w="33454">
                    <a:moveTo>
                      <a:pt x="33454" y="16747"/>
                    </a:moveTo>
                    <a:cubicBezTo>
                      <a:pt x="33454" y="25996"/>
                      <a:pt x="25965" y="33494"/>
                      <a:pt x="16727" y="33494"/>
                    </a:cubicBezTo>
                    <a:cubicBezTo>
                      <a:pt x="7489" y="33494"/>
                      <a:pt x="0" y="25996"/>
                      <a:pt x="0" y="16747"/>
                    </a:cubicBezTo>
                    <a:cubicBezTo>
                      <a:pt x="0" y="7498"/>
                      <a:pt x="7489" y="0"/>
                      <a:pt x="16727" y="0"/>
                    </a:cubicBezTo>
                    <a:cubicBezTo>
                      <a:pt x="25965" y="0"/>
                      <a:pt x="33454" y="7498"/>
                      <a:pt x="33454" y="167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5"/>
              <p:cNvSpPr/>
              <p:nvPr/>
            </p:nvSpPr>
            <p:spPr>
              <a:xfrm>
                <a:off x="1382198" y="1604437"/>
                <a:ext cx="36495" cy="36538"/>
              </a:xfrm>
              <a:custGeom>
                <a:rect b="b" l="l" r="r" t="t"/>
                <a:pathLst>
                  <a:path extrusionOk="0" h="36538" w="36495">
                    <a:moveTo>
                      <a:pt x="36496" y="18269"/>
                    </a:moveTo>
                    <a:cubicBezTo>
                      <a:pt x="36496" y="28359"/>
                      <a:pt x="28326" y="36539"/>
                      <a:pt x="18248" y="36539"/>
                    </a:cubicBezTo>
                    <a:cubicBezTo>
                      <a:pt x="8170" y="36539"/>
                      <a:pt x="0" y="28359"/>
                      <a:pt x="0" y="18269"/>
                    </a:cubicBezTo>
                    <a:cubicBezTo>
                      <a:pt x="0" y="8180"/>
                      <a:pt x="8170" y="0"/>
                      <a:pt x="18248" y="0"/>
                    </a:cubicBezTo>
                    <a:cubicBezTo>
                      <a:pt x="28326" y="0"/>
                      <a:pt x="36496" y="8180"/>
                      <a:pt x="36496" y="1826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1598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 Front page bigger photo" showMasterSp="0">
  <p:cSld name="1_Title Slide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/>
          <p:nvPr/>
        </p:nvSpPr>
        <p:spPr>
          <a:xfrm>
            <a:off x="-75287" y="-47462"/>
            <a:ext cx="3945000" cy="4698000"/>
          </a:xfrm>
          <a:prstGeom prst="roundRect">
            <a:avLst>
              <a:gd fmla="val 94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p6"/>
          <p:cNvSpPr txBox="1"/>
          <p:nvPr>
            <p:ph type="ctrTitle"/>
          </p:nvPr>
        </p:nvSpPr>
        <p:spPr>
          <a:xfrm>
            <a:off x="602457" y="1600199"/>
            <a:ext cx="2673000" cy="18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i="0" sz="3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" name="Google Shape;92;p6"/>
          <p:cNvSpPr txBox="1"/>
          <p:nvPr>
            <p:ph idx="1" type="subTitle"/>
          </p:nvPr>
        </p:nvSpPr>
        <p:spPr>
          <a:xfrm>
            <a:off x="602456" y="3560838"/>
            <a:ext cx="26730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grpSp>
        <p:nvGrpSpPr>
          <p:cNvPr id="93" name="Google Shape;93;p6"/>
          <p:cNvGrpSpPr/>
          <p:nvPr/>
        </p:nvGrpSpPr>
        <p:grpSpPr>
          <a:xfrm>
            <a:off x="602455" y="600075"/>
            <a:ext cx="1271291" cy="286819"/>
            <a:chOff x="803273" y="1403982"/>
            <a:chExt cx="1695055" cy="382426"/>
          </a:xfrm>
        </p:grpSpPr>
        <p:grpSp>
          <p:nvGrpSpPr>
            <p:cNvPr id="94" name="Google Shape;94;p6"/>
            <p:cNvGrpSpPr/>
            <p:nvPr/>
          </p:nvGrpSpPr>
          <p:grpSpPr>
            <a:xfrm>
              <a:off x="803273" y="1403982"/>
              <a:ext cx="381273" cy="382426"/>
              <a:chOff x="803273" y="1403982"/>
              <a:chExt cx="381273" cy="382426"/>
            </a:xfrm>
          </p:grpSpPr>
          <p:sp>
            <p:nvSpPr>
              <p:cNvPr id="95" name="Google Shape;95;p6"/>
              <p:cNvSpPr/>
              <p:nvPr/>
            </p:nvSpPr>
            <p:spPr>
              <a:xfrm>
                <a:off x="803273" y="1622312"/>
                <a:ext cx="72990" cy="73076"/>
              </a:xfrm>
              <a:custGeom>
                <a:rect b="b" l="l" r="r" t="t"/>
                <a:pathLst>
                  <a:path extrusionOk="0" h="73076" w="72990">
                    <a:moveTo>
                      <a:pt x="43615" y="709"/>
                    </a:moveTo>
                    <a:cubicBezTo>
                      <a:pt x="23850" y="-3227"/>
                      <a:pt x="4640" y="9625"/>
                      <a:pt x="708" y="29412"/>
                    </a:cubicBezTo>
                    <a:cubicBezTo>
                      <a:pt x="-3223" y="49200"/>
                      <a:pt x="9611" y="68431"/>
                      <a:pt x="29376" y="72368"/>
                    </a:cubicBezTo>
                    <a:cubicBezTo>
                      <a:pt x="49144" y="76304"/>
                      <a:pt x="68351" y="63452"/>
                      <a:pt x="72283" y="43664"/>
                    </a:cubicBezTo>
                    <a:cubicBezTo>
                      <a:pt x="76214" y="23877"/>
                      <a:pt x="63380" y="4645"/>
                      <a:pt x="43615" y="70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6"/>
              <p:cNvSpPr/>
              <p:nvPr/>
            </p:nvSpPr>
            <p:spPr>
              <a:xfrm>
                <a:off x="988961" y="1664614"/>
                <a:ext cx="121650" cy="121794"/>
              </a:xfrm>
              <a:custGeom>
                <a:rect b="b" l="l" r="r" t="t"/>
                <a:pathLst>
                  <a:path extrusionOk="0" h="121794" w="121650">
                    <a:moveTo>
                      <a:pt x="72689" y="1182"/>
                    </a:moveTo>
                    <a:cubicBezTo>
                      <a:pt x="39751" y="-5380"/>
                      <a:pt x="7735" y="16038"/>
                      <a:pt x="1180" y="49020"/>
                    </a:cubicBezTo>
                    <a:cubicBezTo>
                      <a:pt x="-5372" y="82002"/>
                      <a:pt x="16021" y="114053"/>
                      <a:pt x="48961" y="120613"/>
                    </a:cubicBezTo>
                    <a:cubicBezTo>
                      <a:pt x="81905" y="127173"/>
                      <a:pt x="113921" y="105754"/>
                      <a:pt x="120470" y="72775"/>
                    </a:cubicBezTo>
                    <a:cubicBezTo>
                      <a:pt x="127025" y="39796"/>
                      <a:pt x="105632" y="7745"/>
                      <a:pt x="72689" y="118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830347" y="1403982"/>
                <a:ext cx="354199" cy="227082"/>
              </a:xfrm>
              <a:custGeom>
                <a:rect b="b" l="l" r="r" t="t"/>
                <a:pathLst>
                  <a:path extrusionOk="0" h="227082" w="354199">
                    <a:moveTo>
                      <a:pt x="295472" y="1432"/>
                    </a:moveTo>
                    <a:cubicBezTo>
                      <a:pt x="255936" y="-6483"/>
                      <a:pt x="217495" y="19213"/>
                      <a:pt x="209586" y="58797"/>
                    </a:cubicBezTo>
                    <a:lnTo>
                      <a:pt x="202532" y="94606"/>
                    </a:lnTo>
                    <a:cubicBezTo>
                      <a:pt x="197302" y="121034"/>
                      <a:pt x="171632" y="138206"/>
                      <a:pt x="145232" y="132970"/>
                    </a:cubicBezTo>
                    <a:lnTo>
                      <a:pt x="121389" y="128100"/>
                    </a:lnTo>
                    <a:cubicBezTo>
                      <a:pt x="95113" y="122861"/>
                      <a:pt x="77962" y="97286"/>
                      <a:pt x="83192" y="70855"/>
                    </a:cubicBezTo>
                    <a:lnTo>
                      <a:pt x="84406" y="64887"/>
                    </a:lnTo>
                    <a:cubicBezTo>
                      <a:pt x="88909" y="41869"/>
                      <a:pt x="73946" y="19336"/>
                      <a:pt x="50953" y="14831"/>
                    </a:cubicBezTo>
                    <a:cubicBezTo>
                      <a:pt x="27840" y="10201"/>
                      <a:pt x="5458" y="25182"/>
                      <a:pt x="834" y="48324"/>
                    </a:cubicBezTo>
                    <a:cubicBezTo>
                      <a:pt x="-3790" y="71342"/>
                      <a:pt x="11297" y="93754"/>
                      <a:pt x="34288" y="98380"/>
                    </a:cubicBezTo>
                    <a:lnTo>
                      <a:pt x="40248" y="99599"/>
                    </a:lnTo>
                    <a:cubicBezTo>
                      <a:pt x="66645" y="104835"/>
                      <a:pt x="83800" y="130536"/>
                      <a:pt x="78448" y="156842"/>
                    </a:cubicBezTo>
                    <a:lnTo>
                      <a:pt x="76135" y="168777"/>
                    </a:lnTo>
                    <a:cubicBezTo>
                      <a:pt x="70905" y="195205"/>
                      <a:pt x="88059" y="220905"/>
                      <a:pt x="114335" y="226142"/>
                    </a:cubicBezTo>
                    <a:cubicBezTo>
                      <a:pt x="140732" y="231381"/>
                      <a:pt x="166402" y="214206"/>
                      <a:pt x="171632" y="187777"/>
                    </a:cubicBezTo>
                    <a:lnTo>
                      <a:pt x="173942" y="175842"/>
                    </a:lnTo>
                    <a:cubicBezTo>
                      <a:pt x="179172" y="149532"/>
                      <a:pt x="204842" y="132361"/>
                      <a:pt x="231117" y="137597"/>
                    </a:cubicBezTo>
                    <a:lnTo>
                      <a:pt x="267007" y="144784"/>
                    </a:lnTo>
                    <a:cubicBezTo>
                      <a:pt x="306543" y="152578"/>
                      <a:pt x="344983" y="126881"/>
                      <a:pt x="352768" y="87297"/>
                    </a:cubicBezTo>
                    <a:cubicBezTo>
                      <a:pt x="360677" y="47714"/>
                      <a:pt x="335007" y="9226"/>
                      <a:pt x="295471" y="14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8" name="Google Shape;98;p6"/>
            <p:cNvGrpSpPr/>
            <p:nvPr/>
          </p:nvGrpSpPr>
          <p:grpSpPr>
            <a:xfrm>
              <a:off x="1220994" y="1498447"/>
              <a:ext cx="1277334" cy="196864"/>
              <a:chOff x="1220994" y="1498447"/>
              <a:chExt cx="1277334" cy="196864"/>
            </a:xfrm>
          </p:grpSpPr>
          <p:sp>
            <p:nvSpPr>
              <p:cNvPr id="99" name="Google Shape;99;p6"/>
              <p:cNvSpPr/>
              <p:nvPr/>
            </p:nvSpPr>
            <p:spPr>
              <a:xfrm>
                <a:off x="1220994" y="1550103"/>
                <a:ext cx="122754" cy="145208"/>
              </a:xfrm>
              <a:custGeom>
                <a:rect b="b" l="l" r="r" t="t"/>
                <a:pathLst>
                  <a:path extrusionOk="0" h="145208" w="122754">
                    <a:moveTo>
                      <a:pt x="63402" y="21368"/>
                    </a:moveTo>
                    <a:cubicBezTo>
                      <a:pt x="53661" y="21368"/>
                      <a:pt x="45808" y="24536"/>
                      <a:pt x="39843" y="30875"/>
                    </a:cubicBezTo>
                    <a:cubicBezTo>
                      <a:pt x="33874" y="37212"/>
                      <a:pt x="30366" y="46409"/>
                      <a:pt x="29321" y="58457"/>
                    </a:cubicBezTo>
                    <a:lnTo>
                      <a:pt x="95053" y="58457"/>
                    </a:lnTo>
                    <a:cubicBezTo>
                      <a:pt x="94967" y="51172"/>
                      <a:pt x="93781" y="44746"/>
                      <a:pt x="91496" y="39163"/>
                    </a:cubicBezTo>
                    <a:cubicBezTo>
                      <a:pt x="89207" y="33590"/>
                      <a:pt x="85755" y="29228"/>
                      <a:pt x="81141" y="26082"/>
                    </a:cubicBezTo>
                    <a:cubicBezTo>
                      <a:pt x="76523" y="22942"/>
                      <a:pt x="70609" y="21368"/>
                      <a:pt x="63402" y="21368"/>
                    </a:cubicBezTo>
                    <a:close/>
                    <a:moveTo>
                      <a:pt x="63453" y="0"/>
                    </a:moveTo>
                    <a:cubicBezTo>
                      <a:pt x="75808" y="0"/>
                      <a:pt x="86410" y="2585"/>
                      <a:pt x="95256" y="7756"/>
                    </a:cubicBezTo>
                    <a:cubicBezTo>
                      <a:pt x="104099" y="12929"/>
                      <a:pt x="110896" y="20247"/>
                      <a:pt x="115639" y="29710"/>
                    </a:cubicBezTo>
                    <a:cubicBezTo>
                      <a:pt x="120382" y="39174"/>
                      <a:pt x="122755" y="50431"/>
                      <a:pt x="122755" y="63477"/>
                    </a:cubicBezTo>
                    <a:lnTo>
                      <a:pt x="122755" y="78842"/>
                    </a:lnTo>
                    <a:lnTo>
                      <a:pt x="28739" y="78842"/>
                    </a:lnTo>
                    <a:cubicBezTo>
                      <a:pt x="29042" y="92986"/>
                      <a:pt x="32770" y="103862"/>
                      <a:pt x="39917" y="111466"/>
                    </a:cubicBezTo>
                    <a:cubicBezTo>
                      <a:pt x="47067" y="119072"/>
                      <a:pt x="57097" y="122875"/>
                      <a:pt x="70012" y="122875"/>
                    </a:cubicBezTo>
                    <a:cubicBezTo>
                      <a:pt x="78923" y="122875"/>
                      <a:pt x="86904" y="122016"/>
                      <a:pt x="93951" y="120299"/>
                    </a:cubicBezTo>
                    <a:cubicBezTo>
                      <a:pt x="100999" y="118589"/>
                      <a:pt x="108288" y="116053"/>
                      <a:pt x="115817" y="112709"/>
                    </a:cubicBezTo>
                    <a:lnTo>
                      <a:pt x="115817" y="135802"/>
                    </a:lnTo>
                    <a:cubicBezTo>
                      <a:pt x="108809" y="139066"/>
                      <a:pt x="101721" y="141449"/>
                      <a:pt x="94548" y="142951"/>
                    </a:cubicBezTo>
                    <a:cubicBezTo>
                      <a:pt x="87372" y="144456"/>
                      <a:pt x="78789" y="145208"/>
                      <a:pt x="68796" y="145208"/>
                    </a:cubicBezTo>
                    <a:cubicBezTo>
                      <a:pt x="55139" y="145208"/>
                      <a:pt x="43151" y="142518"/>
                      <a:pt x="32830" y="137133"/>
                    </a:cubicBezTo>
                    <a:cubicBezTo>
                      <a:pt x="22505" y="131752"/>
                      <a:pt x="14454" y="123747"/>
                      <a:pt x="8671" y="113116"/>
                    </a:cubicBezTo>
                    <a:cubicBezTo>
                      <a:pt x="2890" y="102488"/>
                      <a:pt x="0" y="89318"/>
                      <a:pt x="0" y="73617"/>
                    </a:cubicBezTo>
                    <a:cubicBezTo>
                      <a:pt x="0" y="58037"/>
                      <a:pt x="2625" y="44760"/>
                      <a:pt x="7875" y="33793"/>
                    </a:cubicBezTo>
                    <a:cubicBezTo>
                      <a:pt x="13124" y="22827"/>
                      <a:pt x="20510" y="14450"/>
                      <a:pt x="30030" y="8671"/>
                    </a:cubicBezTo>
                    <a:cubicBezTo>
                      <a:pt x="39551" y="2887"/>
                      <a:pt x="50691" y="0"/>
                      <a:pt x="634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6"/>
              <p:cNvSpPr/>
              <p:nvPr/>
            </p:nvSpPr>
            <p:spPr>
              <a:xfrm>
                <a:off x="1457967" y="1550102"/>
                <a:ext cx="106219" cy="145208"/>
              </a:xfrm>
              <a:custGeom>
                <a:rect b="b" l="l" r="r" t="t"/>
                <a:pathLst>
                  <a:path extrusionOk="0" h="145208" w="106219">
                    <a:moveTo>
                      <a:pt x="64390" y="145208"/>
                    </a:moveTo>
                    <a:cubicBezTo>
                      <a:pt x="51306" y="145208"/>
                      <a:pt x="39929" y="142632"/>
                      <a:pt x="30258" y="137480"/>
                    </a:cubicBezTo>
                    <a:cubicBezTo>
                      <a:pt x="20585" y="132320"/>
                      <a:pt x="13124" y="124429"/>
                      <a:pt x="7875" y="113798"/>
                    </a:cubicBezTo>
                    <a:cubicBezTo>
                      <a:pt x="2624" y="103170"/>
                      <a:pt x="0" y="89693"/>
                      <a:pt x="0" y="73366"/>
                    </a:cubicBezTo>
                    <a:cubicBezTo>
                      <a:pt x="0" y="56365"/>
                      <a:pt x="2851" y="42463"/>
                      <a:pt x="8558" y="31664"/>
                    </a:cubicBezTo>
                    <a:cubicBezTo>
                      <a:pt x="14262" y="20862"/>
                      <a:pt x="22167" y="12888"/>
                      <a:pt x="32273" y="7731"/>
                    </a:cubicBezTo>
                    <a:cubicBezTo>
                      <a:pt x="42374" y="2576"/>
                      <a:pt x="53959" y="0"/>
                      <a:pt x="67024" y="0"/>
                    </a:cubicBezTo>
                    <a:cubicBezTo>
                      <a:pt x="75075" y="0"/>
                      <a:pt x="82465" y="797"/>
                      <a:pt x="89194" y="2397"/>
                    </a:cubicBezTo>
                    <a:cubicBezTo>
                      <a:pt x="95919" y="3991"/>
                      <a:pt x="101593" y="5958"/>
                      <a:pt x="106220" y="8290"/>
                    </a:cubicBezTo>
                    <a:lnTo>
                      <a:pt x="97864" y="30853"/>
                    </a:lnTo>
                    <a:cubicBezTo>
                      <a:pt x="92883" y="28840"/>
                      <a:pt x="87685" y="27115"/>
                      <a:pt x="82266" y="25676"/>
                    </a:cubicBezTo>
                    <a:cubicBezTo>
                      <a:pt x="76848" y="24244"/>
                      <a:pt x="71665" y="23525"/>
                      <a:pt x="66720" y="23525"/>
                    </a:cubicBezTo>
                    <a:cubicBezTo>
                      <a:pt x="58228" y="23525"/>
                      <a:pt x="51179" y="25401"/>
                      <a:pt x="45563" y="29155"/>
                    </a:cubicBezTo>
                    <a:cubicBezTo>
                      <a:pt x="39953" y="32907"/>
                      <a:pt x="35758" y="38458"/>
                      <a:pt x="32979" y="45812"/>
                    </a:cubicBezTo>
                    <a:cubicBezTo>
                      <a:pt x="30203" y="53162"/>
                      <a:pt x="28815" y="62259"/>
                      <a:pt x="28815" y="73109"/>
                    </a:cubicBezTo>
                    <a:cubicBezTo>
                      <a:pt x="28815" y="83623"/>
                      <a:pt x="30205" y="92491"/>
                      <a:pt x="32993" y="99718"/>
                    </a:cubicBezTo>
                    <a:cubicBezTo>
                      <a:pt x="35776" y="106942"/>
                      <a:pt x="39905" y="112411"/>
                      <a:pt x="45375" y="116119"/>
                    </a:cubicBezTo>
                    <a:cubicBezTo>
                      <a:pt x="50843" y="119827"/>
                      <a:pt x="57610" y="121682"/>
                      <a:pt x="65682" y="121682"/>
                    </a:cubicBezTo>
                    <a:cubicBezTo>
                      <a:pt x="73293" y="121682"/>
                      <a:pt x="80122" y="120786"/>
                      <a:pt x="86166" y="118995"/>
                    </a:cubicBezTo>
                    <a:cubicBezTo>
                      <a:pt x="92209" y="117204"/>
                      <a:pt x="97864" y="114897"/>
                      <a:pt x="103131" y="112074"/>
                    </a:cubicBezTo>
                    <a:lnTo>
                      <a:pt x="103131" y="136561"/>
                    </a:lnTo>
                    <a:cubicBezTo>
                      <a:pt x="97982" y="139469"/>
                      <a:pt x="92403" y="141641"/>
                      <a:pt x="86394" y="143065"/>
                    </a:cubicBezTo>
                    <a:cubicBezTo>
                      <a:pt x="80384" y="144493"/>
                      <a:pt x="73050" y="145208"/>
                      <a:pt x="64390" y="1452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6"/>
              <p:cNvSpPr/>
              <p:nvPr/>
            </p:nvSpPr>
            <p:spPr>
              <a:xfrm>
                <a:off x="1587524" y="1550103"/>
                <a:ext cx="131287" cy="145207"/>
              </a:xfrm>
              <a:custGeom>
                <a:rect b="b" l="l" r="r" t="t"/>
                <a:pathLst>
                  <a:path extrusionOk="0" h="145207" w="131287">
                    <a:moveTo>
                      <a:pt x="28815" y="72351"/>
                    </a:moveTo>
                    <a:cubicBezTo>
                      <a:pt x="28815" y="82777"/>
                      <a:pt x="30112" y="91718"/>
                      <a:pt x="32702" y="99174"/>
                    </a:cubicBezTo>
                    <a:cubicBezTo>
                      <a:pt x="35293" y="106622"/>
                      <a:pt x="39296" y="112333"/>
                      <a:pt x="44717" y="116294"/>
                    </a:cubicBezTo>
                    <a:cubicBezTo>
                      <a:pt x="50134" y="120260"/>
                      <a:pt x="57130" y="122241"/>
                      <a:pt x="65708" y="122241"/>
                    </a:cubicBezTo>
                    <a:cubicBezTo>
                      <a:pt x="74214" y="122241"/>
                      <a:pt x="81184" y="120260"/>
                      <a:pt x="86622" y="116294"/>
                    </a:cubicBezTo>
                    <a:cubicBezTo>
                      <a:pt x="92057" y="112333"/>
                      <a:pt x="96048" y="106622"/>
                      <a:pt x="98599" y="99174"/>
                    </a:cubicBezTo>
                    <a:cubicBezTo>
                      <a:pt x="101147" y="91718"/>
                      <a:pt x="102423" y="82777"/>
                      <a:pt x="102423" y="72351"/>
                    </a:cubicBezTo>
                    <a:cubicBezTo>
                      <a:pt x="102423" y="61959"/>
                      <a:pt x="101147" y="53100"/>
                      <a:pt x="98599" y="45770"/>
                    </a:cubicBezTo>
                    <a:cubicBezTo>
                      <a:pt x="96048" y="38445"/>
                      <a:pt x="92065" y="32842"/>
                      <a:pt x="86649" y="28962"/>
                    </a:cubicBezTo>
                    <a:cubicBezTo>
                      <a:pt x="81228" y="25083"/>
                      <a:pt x="74190" y="23141"/>
                      <a:pt x="65531" y="23141"/>
                    </a:cubicBezTo>
                    <a:cubicBezTo>
                      <a:pt x="52800" y="23141"/>
                      <a:pt x="43501" y="27412"/>
                      <a:pt x="37627" y="35949"/>
                    </a:cubicBezTo>
                    <a:cubicBezTo>
                      <a:pt x="31753" y="44483"/>
                      <a:pt x="28816" y="56617"/>
                      <a:pt x="28816" y="72352"/>
                    </a:cubicBezTo>
                    <a:close/>
                    <a:moveTo>
                      <a:pt x="131288" y="72351"/>
                    </a:moveTo>
                    <a:cubicBezTo>
                      <a:pt x="131288" y="83944"/>
                      <a:pt x="129777" y="94253"/>
                      <a:pt x="126754" y="103276"/>
                    </a:cubicBezTo>
                    <a:cubicBezTo>
                      <a:pt x="123734" y="112301"/>
                      <a:pt x="119335" y="119919"/>
                      <a:pt x="113564" y="126133"/>
                    </a:cubicBezTo>
                    <a:cubicBezTo>
                      <a:pt x="107789" y="132340"/>
                      <a:pt x="100842" y="137074"/>
                      <a:pt x="92724" y="140329"/>
                    </a:cubicBezTo>
                    <a:cubicBezTo>
                      <a:pt x="84603" y="143577"/>
                      <a:pt x="75430" y="145208"/>
                      <a:pt x="65200" y="145208"/>
                    </a:cubicBezTo>
                    <a:cubicBezTo>
                      <a:pt x="55646" y="145208"/>
                      <a:pt x="46885" y="143577"/>
                      <a:pt x="38917" y="140329"/>
                    </a:cubicBezTo>
                    <a:cubicBezTo>
                      <a:pt x="30948" y="137075"/>
                      <a:pt x="24058" y="132341"/>
                      <a:pt x="18243" y="126133"/>
                    </a:cubicBezTo>
                    <a:cubicBezTo>
                      <a:pt x="12427" y="119919"/>
                      <a:pt x="7932" y="112301"/>
                      <a:pt x="4760" y="103276"/>
                    </a:cubicBezTo>
                    <a:cubicBezTo>
                      <a:pt x="1585" y="94253"/>
                      <a:pt x="0" y="83944"/>
                      <a:pt x="0" y="72351"/>
                    </a:cubicBezTo>
                    <a:cubicBezTo>
                      <a:pt x="0" y="56953"/>
                      <a:pt x="2653" y="43868"/>
                      <a:pt x="7962" y="33095"/>
                    </a:cubicBezTo>
                    <a:cubicBezTo>
                      <a:pt x="13272" y="22321"/>
                      <a:pt x="20864" y="14114"/>
                      <a:pt x="30738" y="8468"/>
                    </a:cubicBezTo>
                    <a:cubicBezTo>
                      <a:pt x="40613" y="2822"/>
                      <a:pt x="52379" y="0"/>
                      <a:pt x="66036" y="0"/>
                    </a:cubicBezTo>
                    <a:cubicBezTo>
                      <a:pt x="78915" y="0"/>
                      <a:pt x="90259" y="2829"/>
                      <a:pt x="100067" y="8493"/>
                    </a:cubicBezTo>
                    <a:cubicBezTo>
                      <a:pt x="109874" y="14155"/>
                      <a:pt x="117529" y="22374"/>
                      <a:pt x="123033" y="33160"/>
                    </a:cubicBezTo>
                    <a:cubicBezTo>
                      <a:pt x="128535" y="43943"/>
                      <a:pt x="131287" y="57003"/>
                      <a:pt x="131287" y="723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6"/>
              <p:cNvSpPr/>
              <p:nvPr/>
            </p:nvSpPr>
            <p:spPr>
              <a:xfrm>
                <a:off x="1755109" y="1550102"/>
                <a:ext cx="121717" cy="142673"/>
              </a:xfrm>
              <a:custGeom>
                <a:rect b="b" l="l" r="r" t="t"/>
                <a:pathLst>
                  <a:path extrusionOk="0" h="142673" w="121717">
                    <a:moveTo>
                      <a:pt x="71582" y="1"/>
                    </a:moveTo>
                    <a:cubicBezTo>
                      <a:pt x="87498" y="1"/>
                      <a:pt x="99836" y="4069"/>
                      <a:pt x="108587" y="12206"/>
                    </a:cubicBezTo>
                    <a:cubicBezTo>
                      <a:pt x="117341" y="20347"/>
                      <a:pt x="121717" y="33395"/>
                      <a:pt x="121717" y="51361"/>
                    </a:cubicBezTo>
                    <a:lnTo>
                      <a:pt x="121717" y="142673"/>
                    </a:lnTo>
                    <a:lnTo>
                      <a:pt x="93789" y="142673"/>
                    </a:lnTo>
                    <a:lnTo>
                      <a:pt x="93789" y="56074"/>
                    </a:lnTo>
                    <a:cubicBezTo>
                      <a:pt x="93789" y="45072"/>
                      <a:pt x="91466" y="36816"/>
                      <a:pt x="86825" y="31294"/>
                    </a:cubicBezTo>
                    <a:cubicBezTo>
                      <a:pt x="82181" y="25778"/>
                      <a:pt x="75026" y="23019"/>
                      <a:pt x="65353" y="23019"/>
                    </a:cubicBezTo>
                    <a:cubicBezTo>
                      <a:pt x="51425" y="23019"/>
                      <a:pt x="41724" y="27234"/>
                      <a:pt x="36247" y="35670"/>
                    </a:cubicBezTo>
                    <a:cubicBezTo>
                      <a:pt x="30770" y="44100"/>
                      <a:pt x="28030" y="56328"/>
                      <a:pt x="28030" y="72351"/>
                    </a:cubicBezTo>
                    <a:lnTo>
                      <a:pt x="28030" y="142673"/>
                    </a:lnTo>
                    <a:lnTo>
                      <a:pt x="0" y="142673"/>
                    </a:lnTo>
                    <a:lnTo>
                      <a:pt x="0" y="2610"/>
                    </a:lnTo>
                    <a:lnTo>
                      <a:pt x="21953" y="2610"/>
                    </a:lnTo>
                    <a:lnTo>
                      <a:pt x="25928" y="21879"/>
                    </a:lnTo>
                    <a:lnTo>
                      <a:pt x="27473" y="21879"/>
                    </a:lnTo>
                    <a:cubicBezTo>
                      <a:pt x="30477" y="16976"/>
                      <a:pt x="34247" y="12916"/>
                      <a:pt x="38778" y="9698"/>
                    </a:cubicBezTo>
                    <a:cubicBezTo>
                      <a:pt x="43311" y="6477"/>
                      <a:pt x="48383" y="4057"/>
                      <a:pt x="53996" y="2437"/>
                    </a:cubicBezTo>
                    <a:cubicBezTo>
                      <a:pt x="59610" y="810"/>
                      <a:pt x="65471" y="0"/>
                      <a:pt x="715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6"/>
              <p:cNvSpPr/>
              <p:nvPr/>
            </p:nvSpPr>
            <p:spPr>
              <a:xfrm>
                <a:off x="1912339" y="1550103"/>
                <a:ext cx="131287" cy="145207"/>
              </a:xfrm>
              <a:custGeom>
                <a:rect b="b" l="l" r="r" t="t"/>
                <a:pathLst>
                  <a:path extrusionOk="0" h="145207" w="131287">
                    <a:moveTo>
                      <a:pt x="28815" y="72351"/>
                    </a:moveTo>
                    <a:cubicBezTo>
                      <a:pt x="28815" y="82777"/>
                      <a:pt x="30112" y="91718"/>
                      <a:pt x="32702" y="99174"/>
                    </a:cubicBezTo>
                    <a:cubicBezTo>
                      <a:pt x="35293" y="106622"/>
                      <a:pt x="39296" y="112333"/>
                      <a:pt x="44717" y="116294"/>
                    </a:cubicBezTo>
                    <a:cubicBezTo>
                      <a:pt x="50134" y="120260"/>
                      <a:pt x="57130" y="122241"/>
                      <a:pt x="65708" y="122241"/>
                    </a:cubicBezTo>
                    <a:cubicBezTo>
                      <a:pt x="74214" y="122241"/>
                      <a:pt x="81184" y="120260"/>
                      <a:pt x="86622" y="116294"/>
                    </a:cubicBezTo>
                    <a:cubicBezTo>
                      <a:pt x="92057" y="112333"/>
                      <a:pt x="96048" y="106622"/>
                      <a:pt x="98599" y="99174"/>
                    </a:cubicBezTo>
                    <a:cubicBezTo>
                      <a:pt x="101147" y="91718"/>
                      <a:pt x="102423" y="82777"/>
                      <a:pt x="102423" y="72351"/>
                    </a:cubicBezTo>
                    <a:cubicBezTo>
                      <a:pt x="102423" y="61959"/>
                      <a:pt x="101147" y="53100"/>
                      <a:pt x="98599" y="45770"/>
                    </a:cubicBezTo>
                    <a:cubicBezTo>
                      <a:pt x="96048" y="38445"/>
                      <a:pt x="92065" y="32842"/>
                      <a:pt x="86649" y="28962"/>
                    </a:cubicBezTo>
                    <a:cubicBezTo>
                      <a:pt x="81227" y="25083"/>
                      <a:pt x="74190" y="23141"/>
                      <a:pt x="65531" y="23141"/>
                    </a:cubicBezTo>
                    <a:cubicBezTo>
                      <a:pt x="52800" y="23141"/>
                      <a:pt x="43501" y="27412"/>
                      <a:pt x="37627" y="35949"/>
                    </a:cubicBezTo>
                    <a:cubicBezTo>
                      <a:pt x="31753" y="44483"/>
                      <a:pt x="28816" y="56617"/>
                      <a:pt x="28816" y="72352"/>
                    </a:cubicBezTo>
                    <a:close/>
                    <a:moveTo>
                      <a:pt x="131288" y="72351"/>
                    </a:moveTo>
                    <a:cubicBezTo>
                      <a:pt x="131288" y="83944"/>
                      <a:pt x="129777" y="94253"/>
                      <a:pt x="126754" y="103276"/>
                    </a:cubicBezTo>
                    <a:cubicBezTo>
                      <a:pt x="123734" y="112301"/>
                      <a:pt x="119335" y="119919"/>
                      <a:pt x="113564" y="126133"/>
                    </a:cubicBezTo>
                    <a:cubicBezTo>
                      <a:pt x="107789" y="132340"/>
                      <a:pt x="100842" y="137074"/>
                      <a:pt x="92724" y="140329"/>
                    </a:cubicBezTo>
                    <a:cubicBezTo>
                      <a:pt x="84603" y="143577"/>
                      <a:pt x="75429" y="145208"/>
                      <a:pt x="65200" y="145208"/>
                    </a:cubicBezTo>
                    <a:cubicBezTo>
                      <a:pt x="55646" y="145208"/>
                      <a:pt x="46885" y="143577"/>
                      <a:pt x="38917" y="140329"/>
                    </a:cubicBezTo>
                    <a:cubicBezTo>
                      <a:pt x="30948" y="137075"/>
                      <a:pt x="24058" y="132341"/>
                      <a:pt x="18242" y="126133"/>
                    </a:cubicBezTo>
                    <a:cubicBezTo>
                      <a:pt x="12427" y="119919"/>
                      <a:pt x="7932" y="112301"/>
                      <a:pt x="4760" y="103276"/>
                    </a:cubicBezTo>
                    <a:cubicBezTo>
                      <a:pt x="1585" y="94253"/>
                      <a:pt x="0" y="83944"/>
                      <a:pt x="0" y="72351"/>
                    </a:cubicBezTo>
                    <a:cubicBezTo>
                      <a:pt x="0" y="56953"/>
                      <a:pt x="2653" y="43868"/>
                      <a:pt x="7962" y="33095"/>
                    </a:cubicBezTo>
                    <a:cubicBezTo>
                      <a:pt x="13272" y="22321"/>
                      <a:pt x="20864" y="14114"/>
                      <a:pt x="30738" y="8468"/>
                    </a:cubicBezTo>
                    <a:cubicBezTo>
                      <a:pt x="40613" y="2822"/>
                      <a:pt x="52379" y="0"/>
                      <a:pt x="66036" y="0"/>
                    </a:cubicBezTo>
                    <a:cubicBezTo>
                      <a:pt x="78915" y="0"/>
                      <a:pt x="90259" y="2829"/>
                      <a:pt x="100067" y="8493"/>
                    </a:cubicBezTo>
                    <a:cubicBezTo>
                      <a:pt x="109874" y="14155"/>
                      <a:pt x="117529" y="22374"/>
                      <a:pt x="123033" y="33160"/>
                    </a:cubicBezTo>
                    <a:cubicBezTo>
                      <a:pt x="128535" y="43943"/>
                      <a:pt x="131287" y="57003"/>
                      <a:pt x="131287" y="723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6"/>
              <p:cNvSpPr/>
              <p:nvPr/>
            </p:nvSpPr>
            <p:spPr>
              <a:xfrm>
                <a:off x="2079926" y="1550103"/>
                <a:ext cx="204083" cy="142673"/>
              </a:xfrm>
              <a:custGeom>
                <a:rect b="b" l="l" r="r" t="t"/>
                <a:pathLst>
                  <a:path extrusionOk="0" h="142673" w="204083">
                    <a:moveTo>
                      <a:pt x="156861" y="0"/>
                    </a:moveTo>
                    <a:cubicBezTo>
                      <a:pt x="172458" y="0"/>
                      <a:pt x="184227" y="4048"/>
                      <a:pt x="192171" y="12144"/>
                    </a:cubicBezTo>
                    <a:cubicBezTo>
                      <a:pt x="200112" y="20240"/>
                      <a:pt x="204084" y="33210"/>
                      <a:pt x="204084" y="51057"/>
                    </a:cubicBezTo>
                    <a:lnTo>
                      <a:pt x="204084" y="142673"/>
                    </a:lnTo>
                    <a:lnTo>
                      <a:pt x="176155" y="142673"/>
                    </a:lnTo>
                    <a:lnTo>
                      <a:pt x="176155" y="55518"/>
                    </a:lnTo>
                    <a:cubicBezTo>
                      <a:pt x="176155" y="44736"/>
                      <a:pt x="174010" y="36621"/>
                      <a:pt x="169725" y="31180"/>
                    </a:cubicBezTo>
                    <a:cubicBezTo>
                      <a:pt x="165436" y="25742"/>
                      <a:pt x="158969" y="23019"/>
                      <a:pt x="150329" y="23019"/>
                    </a:cubicBezTo>
                    <a:cubicBezTo>
                      <a:pt x="138174" y="23019"/>
                      <a:pt x="129417" y="26817"/>
                      <a:pt x="124060" y="34414"/>
                    </a:cubicBezTo>
                    <a:cubicBezTo>
                      <a:pt x="118697" y="42014"/>
                      <a:pt x="116019" y="53077"/>
                      <a:pt x="116019" y="67608"/>
                    </a:cubicBezTo>
                    <a:lnTo>
                      <a:pt x="116019" y="142673"/>
                    </a:lnTo>
                    <a:lnTo>
                      <a:pt x="88040" y="142673"/>
                    </a:lnTo>
                    <a:lnTo>
                      <a:pt x="88040" y="55518"/>
                    </a:lnTo>
                    <a:cubicBezTo>
                      <a:pt x="88040" y="48318"/>
                      <a:pt x="87091" y="42316"/>
                      <a:pt x="85192" y="37508"/>
                    </a:cubicBezTo>
                    <a:cubicBezTo>
                      <a:pt x="83292" y="32699"/>
                      <a:pt x="80434" y="29082"/>
                      <a:pt x="76620" y="26654"/>
                    </a:cubicBezTo>
                    <a:cubicBezTo>
                      <a:pt x="72803" y="24233"/>
                      <a:pt x="67984" y="23019"/>
                      <a:pt x="62162" y="23019"/>
                    </a:cubicBezTo>
                    <a:cubicBezTo>
                      <a:pt x="53771" y="23019"/>
                      <a:pt x="47085" y="24887"/>
                      <a:pt x="42094" y="28621"/>
                    </a:cubicBezTo>
                    <a:cubicBezTo>
                      <a:pt x="37108" y="32358"/>
                      <a:pt x="33515" y="37861"/>
                      <a:pt x="31323" y="45138"/>
                    </a:cubicBezTo>
                    <a:cubicBezTo>
                      <a:pt x="29127" y="52412"/>
                      <a:pt x="28030" y="61321"/>
                      <a:pt x="28030" y="71870"/>
                    </a:cubicBezTo>
                    <a:lnTo>
                      <a:pt x="28030" y="142673"/>
                    </a:lnTo>
                    <a:lnTo>
                      <a:pt x="0" y="142673"/>
                    </a:lnTo>
                    <a:lnTo>
                      <a:pt x="0" y="2610"/>
                    </a:lnTo>
                    <a:lnTo>
                      <a:pt x="21953" y="2610"/>
                    </a:lnTo>
                    <a:lnTo>
                      <a:pt x="25928" y="21650"/>
                    </a:lnTo>
                    <a:lnTo>
                      <a:pt x="27473" y="21650"/>
                    </a:lnTo>
                    <a:cubicBezTo>
                      <a:pt x="30307" y="16784"/>
                      <a:pt x="33859" y="12757"/>
                      <a:pt x="38122" y="9571"/>
                    </a:cubicBezTo>
                    <a:cubicBezTo>
                      <a:pt x="42382" y="6387"/>
                      <a:pt x="47128" y="3996"/>
                      <a:pt x="52363" y="2397"/>
                    </a:cubicBezTo>
                    <a:cubicBezTo>
                      <a:pt x="57594" y="799"/>
                      <a:pt x="63072" y="1"/>
                      <a:pt x="68796" y="1"/>
                    </a:cubicBezTo>
                    <a:cubicBezTo>
                      <a:pt x="79259" y="1"/>
                      <a:pt x="88080" y="1862"/>
                      <a:pt x="95255" y="5593"/>
                    </a:cubicBezTo>
                    <a:cubicBezTo>
                      <a:pt x="102428" y="9316"/>
                      <a:pt x="107755" y="14990"/>
                      <a:pt x="111233" y="22614"/>
                    </a:cubicBezTo>
                    <a:lnTo>
                      <a:pt x="113259" y="22614"/>
                    </a:lnTo>
                    <a:cubicBezTo>
                      <a:pt x="117680" y="14907"/>
                      <a:pt x="123826" y="9213"/>
                      <a:pt x="131691" y="5529"/>
                    </a:cubicBezTo>
                    <a:cubicBezTo>
                      <a:pt x="139558" y="1845"/>
                      <a:pt x="147947" y="2"/>
                      <a:pt x="156861" y="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6"/>
              <p:cNvSpPr/>
              <p:nvPr/>
            </p:nvSpPr>
            <p:spPr>
              <a:xfrm>
                <a:off x="2327551" y="1552712"/>
                <a:ext cx="28030" cy="140063"/>
              </a:xfrm>
              <a:custGeom>
                <a:rect b="b" l="l" r="r" t="t"/>
                <a:pathLst>
                  <a:path extrusionOk="0" h="140063" w="28030">
                    <a:moveTo>
                      <a:pt x="28030" y="0"/>
                    </a:moveTo>
                    <a:lnTo>
                      <a:pt x="28030" y="140064"/>
                    </a:lnTo>
                    <a:lnTo>
                      <a:pt x="0" y="140064"/>
                    </a:lnTo>
                    <a:lnTo>
                      <a:pt x="0" y="0"/>
                    </a:lnTo>
                    <a:lnTo>
                      <a:pt x="280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6"/>
              <p:cNvSpPr/>
              <p:nvPr/>
            </p:nvSpPr>
            <p:spPr>
              <a:xfrm>
                <a:off x="2392108" y="1550102"/>
                <a:ext cx="106220" cy="145208"/>
              </a:xfrm>
              <a:custGeom>
                <a:rect b="b" l="l" r="r" t="t"/>
                <a:pathLst>
                  <a:path extrusionOk="0" h="145208" w="106220">
                    <a:moveTo>
                      <a:pt x="64390" y="145208"/>
                    </a:moveTo>
                    <a:cubicBezTo>
                      <a:pt x="51307" y="145208"/>
                      <a:pt x="39930" y="142632"/>
                      <a:pt x="30258" y="137480"/>
                    </a:cubicBezTo>
                    <a:cubicBezTo>
                      <a:pt x="20585" y="132320"/>
                      <a:pt x="13124" y="124429"/>
                      <a:pt x="7875" y="113798"/>
                    </a:cubicBezTo>
                    <a:cubicBezTo>
                      <a:pt x="2624" y="103170"/>
                      <a:pt x="0" y="89693"/>
                      <a:pt x="0" y="73366"/>
                    </a:cubicBezTo>
                    <a:cubicBezTo>
                      <a:pt x="0" y="56365"/>
                      <a:pt x="2851" y="42463"/>
                      <a:pt x="8558" y="31664"/>
                    </a:cubicBezTo>
                    <a:cubicBezTo>
                      <a:pt x="14262" y="20862"/>
                      <a:pt x="22167" y="12888"/>
                      <a:pt x="32273" y="7731"/>
                    </a:cubicBezTo>
                    <a:cubicBezTo>
                      <a:pt x="42374" y="2576"/>
                      <a:pt x="53959" y="0"/>
                      <a:pt x="67024" y="0"/>
                    </a:cubicBezTo>
                    <a:cubicBezTo>
                      <a:pt x="75075" y="0"/>
                      <a:pt x="82465" y="797"/>
                      <a:pt x="89194" y="2397"/>
                    </a:cubicBezTo>
                    <a:cubicBezTo>
                      <a:pt x="95919" y="3991"/>
                      <a:pt x="101593" y="5958"/>
                      <a:pt x="106220" y="8290"/>
                    </a:cubicBezTo>
                    <a:lnTo>
                      <a:pt x="97864" y="30853"/>
                    </a:lnTo>
                    <a:cubicBezTo>
                      <a:pt x="92883" y="28840"/>
                      <a:pt x="87685" y="27115"/>
                      <a:pt x="82266" y="25676"/>
                    </a:cubicBezTo>
                    <a:cubicBezTo>
                      <a:pt x="76849" y="24244"/>
                      <a:pt x="71665" y="23525"/>
                      <a:pt x="66720" y="23525"/>
                    </a:cubicBezTo>
                    <a:cubicBezTo>
                      <a:pt x="58228" y="23525"/>
                      <a:pt x="51179" y="25401"/>
                      <a:pt x="45563" y="29155"/>
                    </a:cubicBezTo>
                    <a:cubicBezTo>
                      <a:pt x="39953" y="32907"/>
                      <a:pt x="35758" y="38458"/>
                      <a:pt x="32979" y="45812"/>
                    </a:cubicBezTo>
                    <a:cubicBezTo>
                      <a:pt x="30203" y="53162"/>
                      <a:pt x="28815" y="62259"/>
                      <a:pt x="28815" y="73109"/>
                    </a:cubicBezTo>
                    <a:cubicBezTo>
                      <a:pt x="28815" y="83623"/>
                      <a:pt x="30205" y="92491"/>
                      <a:pt x="32994" y="99718"/>
                    </a:cubicBezTo>
                    <a:cubicBezTo>
                      <a:pt x="35776" y="106942"/>
                      <a:pt x="39905" y="112411"/>
                      <a:pt x="45375" y="116119"/>
                    </a:cubicBezTo>
                    <a:cubicBezTo>
                      <a:pt x="50843" y="119827"/>
                      <a:pt x="57610" y="121682"/>
                      <a:pt x="65682" y="121682"/>
                    </a:cubicBezTo>
                    <a:cubicBezTo>
                      <a:pt x="73293" y="121682"/>
                      <a:pt x="80123" y="120786"/>
                      <a:pt x="86166" y="118995"/>
                    </a:cubicBezTo>
                    <a:cubicBezTo>
                      <a:pt x="92209" y="117204"/>
                      <a:pt x="97864" y="114897"/>
                      <a:pt x="103131" y="112074"/>
                    </a:cubicBezTo>
                    <a:lnTo>
                      <a:pt x="103131" y="136561"/>
                    </a:lnTo>
                    <a:cubicBezTo>
                      <a:pt x="97982" y="139469"/>
                      <a:pt x="92403" y="141641"/>
                      <a:pt x="86394" y="143065"/>
                    </a:cubicBezTo>
                    <a:cubicBezTo>
                      <a:pt x="80384" y="144493"/>
                      <a:pt x="73050" y="145208"/>
                      <a:pt x="64390" y="14520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6"/>
              <p:cNvSpPr/>
              <p:nvPr/>
            </p:nvSpPr>
            <p:spPr>
              <a:xfrm>
                <a:off x="2324840" y="1498447"/>
                <a:ext cx="33454" cy="33493"/>
              </a:xfrm>
              <a:custGeom>
                <a:rect b="b" l="l" r="r" t="t"/>
                <a:pathLst>
                  <a:path extrusionOk="0" h="33493" w="33454">
                    <a:moveTo>
                      <a:pt x="33454" y="16747"/>
                    </a:moveTo>
                    <a:cubicBezTo>
                      <a:pt x="33454" y="25996"/>
                      <a:pt x="25965" y="33494"/>
                      <a:pt x="16727" y="33494"/>
                    </a:cubicBezTo>
                    <a:cubicBezTo>
                      <a:pt x="7489" y="33494"/>
                      <a:pt x="0" y="25996"/>
                      <a:pt x="0" y="16747"/>
                    </a:cubicBezTo>
                    <a:cubicBezTo>
                      <a:pt x="0" y="7498"/>
                      <a:pt x="7489" y="0"/>
                      <a:pt x="16727" y="0"/>
                    </a:cubicBezTo>
                    <a:cubicBezTo>
                      <a:pt x="25965" y="0"/>
                      <a:pt x="33454" y="7498"/>
                      <a:pt x="33454" y="167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6"/>
              <p:cNvSpPr/>
              <p:nvPr/>
            </p:nvSpPr>
            <p:spPr>
              <a:xfrm>
                <a:off x="1382198" y="1604437"/>
                <a:ext cx="36495" cy="36538"/>
              </a:xfrm>
              <a:custGeom>
                <a:rect b="b" l="l" r="r" t="t"/>
                <a:pathLst>
                  <a:path extrusionOk="0" h="36538" w="36495">
                    <a:moveTo>
                      <a:pt x="36496" y="18269"/>
                    </a:moveTo>
                    <a:cubicBezTo>
                      <a:pt x="36496" y="28359"/>
                      <a:pt x="28326" y="36539"/>
                      <a:pt x="18248" y="36539"/>
                    </a:cubicBezTo>
                    <a:cubicBezTo>
                      <a:pt x="8170" y="36539"/>
                      <a:pt x="0" y="28359"/>
                      <a:pt x="0" y="18269"/>
                    </a:cubicBezTo>
                    <a:cubicBezTo>
                      <a:pt x="0" y="8180"/>
                      <a:pt x="8170" y="0"/>
                      <a:pt x="18248" y="0"/>
                    </a:cubicBezTo>
                    <a:cubicBezTo>
                      <a:pt x="28326" y="0"/>
                      <a:pt x="36496" y="8180"/>
                      <a:pt x="36496" y="1826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1598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 Front page bigger photo" showMasterSp="0">
  <p:cSld name="1_Title Slide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/>
          <p:nvPr/>
        </p:nvSpPr>
        <p:spPr>
          <a:xfrm>
            <a:off x="-75287" y="-47462"/>
            <a:ext cx="3945000" cy="4698000"/>
          </a:xfrm>
          <a:prstGeom prst="roundRect">
            <a:avLst>
              <a:gd fmla="val 943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" name="Google Shape;111;p7"/>
          <p:cNvSpPr txBox="1"/>
          <p:nvPr>
            <p:ph type="ctrTitle"/>
          </p:nvPr>
        </p:nvSpPr>
        <p:spPr>
          <a:xfrm>
            <a:off x="602457" y="1600199"/>
            <a:ext cx="2673000" cy="18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i="0" sz="30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400"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400"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400"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400"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400"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400"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400"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2" name="Google Shape;112;p7"/>
          <p:cNvSpPr txBox="1"/>
          <p:nvPr>
            <p:ph idx="1" type="subTitle"/>
          </p:nvPr>
        </p:nvSpPr>
        <p:spPr>
          <a:xfrm>
            <a:off x="602456" y="3560838"/>
            <a:ext cx="26730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2pPr>
            <a:lvl3pPr lvl="2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113" name="Google Shape;113;p7"/>
          <p:cNvGrpSpPr/>
          <p:nvPr/>
        </p:nvGrpSpPr>
        <p:grpSpPr>
          <a:xfrm>
            <a:off x="602455" y="600075"/>
            <a:ext cx="1271291" cy="286819"/>
            <a:chOff x="1204910" y="1200150"/>
            <a:chExt cx="2542583" cy="573639"/>
          </a:xfrm>
        </p:grpSpPr>
        <p:grpSp>
          <p:nvGrpSpPr>
            <p:cNvPr id="114" name="Google Shape;114;p7"/>
            <p:cNvGrpSpPr/>
            <p:nvPr/>
          </p:nvGrpSpPr>
          <p:grpSpPr>
            <a:xfrm>
              <a:off x="1204909" y="1200150"/>
              <a:ext cx="571909" cy="573639"/>
              <a:chOff x="803273" y="1403982"/>
              <a:chExt cx="381273" cy="382426"/>
            </a:xfrm>
          </p:grpSpPr>
          <p:sp>
            <p:nvSpPr>
              <p:cNvPr id="115" name="Google Shape;115;p7"/>
              <p:cNvSpPr/>
              <p:nvPr/>
            </p:nvSpPr>
            <p:spPr>
              <a:xfrm>
                <a:off x="803273" y="1622312"/>
                <a:ext cx="72990" cy="73076"/>
              </a:xfrm>
              <a:custGeom>
                <a:rect b="b" l="l" r="r" t="t"/>
                <a:pathLst>
                  <a:path extrusionOk="0" h="73076" w="72990">
                    <a:moveTo>
                      <a:pt x="43615" y="709"/>
                    </a:moveTo>
                    <a:cubicBezTo>
                      <a:pt x="23850" y="-3227"/>
                      <a:pt x="4640" y="9625"/>
                      <a:pt x="708" y="29412"/>
                    </a:cubicBezTo>
                    <a:cubicBezTo>
                      <a:pt x="-3223" y="49200"/>
                      <a:pt x="9611" y="68431"/>
                      <a:pt x="29376" y="72368"/>
                    </a:cubicBezTo>
                    <a:cubicBezTo>
                      <a:pt x="49144" y="76304"/>
                      <a:pt x="68351" y="63452"/>
                      <a:pt x="72283" y="43664"/>
                    </a:cubicBezTo>
                    <a:cubicBezTo>
                      <a:pt x="76214" y="23877"/>
                      <a:pt x="63380" y="4645"/>
                      <a:pt x="43615" y="70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7"/>
              <p:cNvSpPr/>
              <p:nvPr/>
            </p:nvSpPr>
            <p:spPr>
              <a:xfrm>
                <a:off x="988961" y="1664614"/>
                <a:ext cx="121650" cy="121794"/>
              </a:xfrm>
              <a:custGeom>
                <a:rect b="b" l="l" r="r" t="t"/>
                <a:pathLst>
                  <a:path extrusionOk="0" h="121794" w="121650">
                    <a:moveTo>
                      <a:pt x="72689" y="1182"/>
                    </a:moveTo>
                    <a:cubicBezTo>
                      <a:pt x="39751" y="-5380"/>
                      <a:pt x="7735" y="16038"/>
                      <a:pt x="1180" y="49020"/>
                    </a:cubicBezTo>
                    <a:cubicBezTo>
                      <a:pt x="-5372" y="82002"/>
                      <a:pt x="16021" y="114053"/>
                      <a:pt x="48961" y="120613"/>
                    </a:cubicBezTo>
                    <a:cubicBezTo>
                      <a:pt x="81905" y="127173"/>
                      <a:pt x="113921" y="105754"/>
                      <a:pt x="120470" y="72775"/>
                    </a:cubicBezTo>
                    <a:cubicBezTo>
                      <a:pt x="127025" y="39796"/>
                      <a:pt x="105632" y="7745"/>
                      <a:pt x="72689" y="118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7"/>
              <p:cNvSpPr/>
              <p:nvPr/>
            </p:nvSpPr>
            <p:spPr>
              <a:xfrm>
                <a:off x="830347" y="1403982"/>
                <a:ext cx="354199" cy="227082"/>
              </a:xfrm>
              <a:custGeom>
                <a:rect b="b" l="l" r="r" t="t"/>
                <a:pathLst>
                  <a:path extrusionOk="0" h="227082" w="354199">
                    <a:moveTo>
                      <a:pt x="295472" y="1432"/>
                    </a:moveTo>
                    <a:cubicBezTo>
                      <a:pt x="255936" y="-6483"/>
                      <a:pt x="217495" y="19213"/>
                      <a:pt x="209586" y="58797"/>
                    </a:cubicBezTo>
                    <a:lnTo>
                      <a:pt x="202532" y="94606"/>
                    </a:lnTo>
                    <a:cubicBezTo>
                      <a:pt x="197302" y="121034"/>
                      <a:pt x="171632" y="138206"/>
                      <a:pt x="145232" y="132970"/>
                    </a:cubicBezTo>
                    <a:lnTo>
                      <a:pt x="121389" y="128100"/>
                    </a:lnTo>
                    <a:cubicBezTo>
                      <a:pt x="95113" y="122861"/>
                      <a:pt x="77962" y="97286"/>
                      <a:pt x="83192" y="70855"/>
                    </a:cubicBezTo>
                    <a:lnTo>
                      <a:pt x="84406" y="64887"/>
                    </a:lnTo>
                    <a:cubicBezTo>
                      <a:pt x="88909" y="41869"/>
                      <a:pt x="73946" y="19336"/>
                      <a:pt x="50953" y="14831"/>
                    </a:cubicBezTo>
                    <a:cubicBezTo>
                      <a:pt x="27840" y="10201"/>
                      <a:pt x="5458" y="25182"/>
                      <a:pt x="834" y="48324"/>
                    </a:cubicBezTo>
                    <a:cubicBezTo>
                      <a:pt x="-3790" y="71342"/>
                      <a:pt x="11297" y="93754"/>
                      <a:pt x="34288" y="98380"/>
                    </a:cubicBezTo>
                    <a:lnTo>
                      <a:pt x="40248" y="99599"/>
                    </a:lnTo>
                    <a:cubicBezTo>
                      <a:pt x="66645" y="104835"/>
                      <a:pt x="83800" y="130536"/>
                      <a:pt x="78448" y="156842"/>
                    </a:cubicBezTo>
                    <a:lnTo>
                      <a:pt x="76135" y="168777"/>
                    </a:lnTo>
                    <a:cubicBezTo>
                      <a:pt x="70905" y="195205"/>
                      <a:pt x="88059" y="220905"/>
                      <a:pt x="114335" y="226142"/>
                    </a:cubicBezTo>
                    <a:cubicBezTo>
                      <a:pt x="140732" y="231381"/>
                      <a:pt x="166402" y="214206"/>
                      <a:pt x="171632" y="187777"/>
                    </a:cubicBezTo>
                    <a:lnTo>
                      <a:pt x="173942" y="175842"/>
                    </a:lnTo>
                    <a:cubicBezTo>
                      <a:pt x="179172" y="149532"/>
                      <a:pt x="204842" y="132361"/>
                      <a:pt x="231117" y="137597"/>
                    </a:cubicBezTo>
                    <a:lnTo>
                      <a:pt x="267007" y="144784"/>
                    </a:lnTo>
                    <a:cubicBezTo>
                      <a:pt x="306543" y="152578"/>
                      <a:pt x="344983" y="126881"/>
                      <a:pt x="352768" y="87297"/>
                    </a:cubicBezTo>
                    <a:cubicBezTo>
                      <a:pt x="360677" y="47714"/>
                      <a:pt x="335007" y="9226"/>
                      <a:pt x="295471" y="14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" name="Google Shape;118;p7"/>
            <p:cNvGrpSpPr/>
            <p:nvPr/>
          </p:nvGrpSpPr>
          <p:grpSpPr>
            <a:xfrm>
              <a:off x="1831491" y="1341848"/>
              <a:ext cx="1916001" cy="295296"/>
              <a:chOff x="1220994" y="1498447"/>
              <a:chExt cx="1277334" cy="196864"/>
            </a:xfrm>
          </p:grpSpPr>
          <p:sp>
            <p:nvSpPr>
              <p:cNvPr id="119" name="Google Shape;119;p7"/>
              <p:cNvSpPr/>
              <p:nvPr/>
            </p:nvSpPr>
            <p:spPr>
              <a:xfrm>
                <a:off x="1220994" y="1550103"/>
                <a:ext cx="122754" cy="145208"/>
              </a:xfrm>
              <a:custGeom>
                <a:rect b="b" l="l" r="r" t="t"/>
                <a:pathLst>
                  <a:path extrusionOk="0" h="145208" w="122754">
                    <a:moveTo>
                      <a:pt x="63402" y="21368"/>
                    </a:moveTo>
                    <a:cubicBezTo>
                      <a:pt x="53661" y="21368"/>
                      <a:pt x="45808" y="24536"/>
                      <a:pt x="39843" y="30875"/>
                    </a:cubicBezTo>
                    <a:cubicBezTo>
                      <a:pt x="33874" y="37212"/>
                      <a:pt x="30366" y="46409"/>
                      <a:pt x="29321" y="58457"/>
                    </a:cubicBezTo>
                    <a:lnTo>
                      <a:pt x="95053" y="58457"/>
                    </a:lnTo>
                    <a:cubicBezTo>
                      <a:pt x="94967" y="51172"/>
                      <a:pt x="93781" y="44746"/>
                      <a:pt x="91496" y="39163"/>
                    </a:cubicBezTo>
                    <a:cubicBezTo>
                      <a:pt x="89207" y="33590"/>
                      <a:pt x="85755" y="29228"/>
                      <a:pt x="81141" y="26082"/>
                    </a:cubicBezTo>
                    <a:cubicBezTo>
                      <a:pt x="76523" y="22942"/>
                      <a:pt x="70609" y="21368"/>
                      <a:pt x="63402" y="21368"/>
                    </a:cubicBezTo>
                    <a:close/>
                    <a:moveTo>
                      <a:pt x="63453" y="0"/>
                    </a:moveTo>
                    <a:cubicBezTo>
                      <a:pt x="75808" y="0"/>
                      <a:pt x="86410" y="2585"/>
                      <a:pt x="95256" y="7756"/>
                    </a:cubicBezTo>
                    <a:cubicBezTo>
                      <a:pt x="104099" y="12929"/>
                      <a:pt x="110896" y="20247"/>
                      <a:pt x="115639" y="29710"/>
                    </a:cubicBezTo>
                    <a:cubicBezTo>
                      <a:pt x="120382" y="39174"/>
                      <a:pt x="122755" y="50431"/>
                      <a:pt x="122755" y="63477"/>
                    </a:cubicBezTo>
                    <a:lnTo>
                      <a:pt x="122755" y="78842"/>
                    </a:lnTo>
                    <a:lnTo>
                      <a:pt x="28739" y="78842"/>
                    </a:lnTo>
                    <a:cubicBezTo>
                      <a:pt x="29042" y="92986"/>
                      <a:pt x="32770" y="103862"/>
                      <a:pt x="39917" y="111466"/>
                    </a:cubicBezTo>
                    <a:cubicBezTo>
                      <a:pt x="47067" y="119072"/>
                      <a:pt x="57097" y="122875"/>
                      <a:pt x="70012" y="122875"/>
                    </a:cubicBezTo>
                    <a:cubicBezTo>
                      <a:pt x="78923" y="122875"/>
                      <a:pt x="86904" y="122016"/>
                      <a:pt x="93951" y="120299"/>
                    </a:cubicBezTo>
                    <a:cubicBezTo>
                      <a:pt x="100999" y="118589"/>
                      <a:pt x="108288" y="116053"/>
                      <a:pt x="115817" y="112709"/>
                    </a:cubicBezTo>
                    <a:lnTo>
                      <a:pt x="115817" y="135802"/>
                    </a:lnTo>
                    <a:cubicBezTo>
                      <a:pt x="108809" y="139066"/>
                      <a:pt x="101721" y="141449"/>
                      <a:pt x="94548" y="142951"/>
                    </a:cubicBezTo>
                    <a:cubicBezTo>
                      <a:pt x="87372" y="144456"/>
                      <a:pt x="78789" y="145208"/>
                      <a:pt x="68796" y="145208"/>
                    </a:cubicBezTo>
                    <a:cubicBezTo>
                      <a:pt x="55139" y="145208"/>
                      <a:pt x="43151" y="142518"/>
                      <a:pt x="32830" y="137133"/>
                    </a:cubicBezTo>
                    <a:cubicBezTo>
                      <a:pt x="22505" y="131752"/>
                      <a:pt x="14454" y="123747"/>
                      <a:pt x="8671" y="113116"/>
                    </a:cubicBezTo>
                    <a:cubicBezTo>
                      <a:pt x="2890" y="102488"/>
                      <a:pt x="0" y="89318"/>
                      <a:pt x="0" y="73617"/>
                    </a:cubicBezTo>
                    <a:cubicBezTo>
                      <a:pt x="0" y="58037"/>
                      <a:pt x="2625" y="44760"/>
                      <a:pt x="7875" y="33793"/>
                    </a:cubicBezTo>
                    <a:cubicBezTo>
                      <a:pt x="13124" y="22827"/>
                      <a:pt x="20510" y="14450"/>
                      <a:pt x="30030" y="8671"/>
                    </a:cubicBezTo>
                    <a:cubicBezTo>
                      <a:pt x="39551" y="2887"/>
                      <a:pt x="50691" y="0"/>
                      <a:pt x="6345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7"/>
              <p:cNvSpPr/>
              <p:nvPr/>
            </p:nvSpPr>
            <p:spPr>
              <a:xfrm>
                <a:off x="1457967" y="1550102"/>
                <a:ext cx="106219" cy="145208"/>
              </a:xfrm>
              <a:custGeom>
                <a:rect b="b" l="l" r="r" t="t"/>
                <a:pathLst>
                  <a:path extrusionOk="0" h="145208" w="106219">
                    <a:moveTo>
                      <a:pt x="64390" y="145208"/>
                    </a:moveTo>
                    <a:cubicBezTo>
                      <a:pt x="51306" y="145208"/>
                      <a:pt x="39929" y="142632"/>
                      <a:pt x="30258" y="137480"/>
                    </a:cubicBezTo>
                    <a:cubicBezTo>
                      <a:pt x="20585" y="132320"/>
                      <a:pt x="13124" y="124429"/>
                      <a:pt x="7875" y="113798"/>
                    </a:cubicBezTo>
                    <a:cubicBezTo>
                      <a:pt x="2624" y="103170"/>
                      <a:pt x="0" y="89693"/>
                      <a:pt x="0" y="73366"/>
                    </a:cubicBezTo>
                    <a:cubicBezTo>
                      <a:pt x="0" y="56365"/>
                      <a:pt x="2851" y="42463"/>
                      <a:pt x="8558" y="31664"/>
                    </a:cubicBezTo>
                    <a:cubicBezTo>
                      <a:pt x="14262" y="20862"/>
                      <a:pt x="22167" y="12888"/>
                      <a:pt x="32273" y="7731"/>
                    </a:cubicBezTo>
                    <a:cubicBezTo>
                      <a:pt x="42374" y="2576"/>
                      <a:pt x="53959" y="0"/>
                      <a:pt x="67024" y="0"/>
                    </a:cubicBezTo>
                    <a:cubicBezTo>
                      <a:pt x="75075" y="0"/>
                      <a:pt x="82465" y="797"/>
                      <a:pt x="89194" y="2397"/>
                    </a:cubicBezTo>
                    <a:cubicBezTo>
                      <a:pt x="95919" y="3991"/>
                      <a:pt x="101593" y="5958"/>
                      <a:pt x="106220" y="8290"/>
                    </a:cubicBezTo>
                    <a:lnTo>
                      <a:pt x="97864" y="30853"/>
                    </a:lnTo>
                    <a:cubicBezTo>
                      <a:pt x="92883" y="28840"/>
                      <a:pt x="87685" y="27115"/>
                      <a:pt x="82266" y="25676"/>
                    </a:cubicBezTo>
                    <a:cubicBezTo>
                      <a:pt x="76848" y="24244"/>
                      <a:pt x="71665" y="23525"/>
                      <a:pt x="66720" y="23525"/>
                    </a:cubicBezTo>
                    <a:cubicBezTo>
                      <a:pt x="58228" y="23525"/>
                      <a:pt x="51179" y="25401"/>
                      <a:pt x="45563" y="29155"/>
                    </a:cubicBezTo>
                    <a:cubicBezTo>
                      <a:pt x="39953" y="32907"/>
                      <a:pt x="35758" y="38458"/>
                      <a:pt x="32979" y="45812"/>
                    </a:cubicBezTo>
                    <a:cubicBezTo>
                      <a:pt x="30203" y="53162"/>
                      <a:pt x="28815" y="62259"/>
                      <a:pt x="28815" y="73109"/>
                    </a:cubicBezTo>
                    <a:cubicBezTo>
                      <a:pt x="28815" y="83623"/>
                      <a:pt x="30205" y="92491"/>
                      <a:pt x="32993" y="99718"/>
                    </a:cubicBezTo>
                    <a:cubicBezTo>
                      <a:pt x="35776" y="106942"/>
                      <a:pt x="39905" y="112411"/>
                      <a:pt x="45375" y="116119"/>
                    </a:cubicBezTo>
                    <a:cubicBezTo>
                      <a:pt x="50843" y="119827"/>
                      <a:pt x="57610" y="121682"/>
                      <a:pt x="65682" y="121682"/>
                    </a:cubicBezTo>
                    <a:cubicBezTo>
                      <a:pt x="73293" y="121682"/>
                      <a:pt x="80122" y="120786"/>
                      <a:pt x="86166" y="118995"/>
                    </a:cubicBezTo>
                    <a:cubicBezTo>
                      <a:pt x="92209" y="117204"/>
                      <a:pt x="97864" y="114897"/>
                      <a:pt x="103131" y="112074"/>
                    </a:cubicBezTo>
                    <a:lnTo>
                      <a:pt x="103131" y="136561"/>
                    </a:lnTo>
                    <a:cubicBezTo>
                      <a:pt x="97982" y="139469"/>
                      <a:pt x="92403" y="141641"/>
                      <a:pt x="86394" y="143065"/>
                    </a:cubicBezTo>
                    <a:cubicBezTo>
                      <a:pt x="80384" y="144493"/>
                      <a:pt x="73050" y="145208"/>
                      <a:pt x="64390" y="14520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7"/>
              <p:cNvSpPr/>
              <p:nvPr/>
            </p:nvSpPr>
            <p:spPr>
              <a:xfrm>
                <a:off x="1587524" y="1550103"/>
                <a:ext cx="131287" cy="145207"/>
              </a:xfrm>
              <a:custGeom>
                <a:rect b="b" l="l" r="r" t="t"/>
                <a:pathLst>
                  <a:path extrusionOk="0" h="145207" w="131287">
                    <a:moveTo>
                      <a:pt x="28815" y="72351"/>
                    </a:moveTo>
                    <a:cubicBezTo>
                      <a:pt x="28815" y="82777"/>
                      <a:pt x="30112" y="91718"/>
                      <a:pt x="32702" y="99174"/>
                    </a:cubicBezTo>
                    <a:cubicBezTo>
                      <a:pt x="35293" y="106622"/>
                      <a:pt x="39296" y="112333"/>
                      <a:pt x="44717" y="116294"/>
                    </a:cubicBezTo>
                    <a:cubicBezTo>
                      <a:pt x="50134" y="120260"/>
                      <a:pt x="57130" y="122241"/>
                      <a:pt x="65708" y="122241"/>
                    </a:cubicBezTo>
                    <a:cubicBezTo>
                      <a:pt x="74214" y="122241"/>
                      <a:pt x="81184" y="120260"/>
                      <a:pt x="86622" y="116294"/>
                    </a:cubicBezTo>
                    <a:cubicBezTo>
                      <a:pt x="92057" y="112333"/>
                      <a:pt x="96048" y="106622"/>
                      <a:pt x="98599" y="99174"/>
                    </a:cubicBezTo>
                    <a:cubicBezTo>
                      <a:pt x="101147" y="91718"/>
                      <a:pt x="102423" y="82777"/>
                      <a:pt x="102423" y="72351"/>
                    </a:cubicBezTo>
                    <a:cubicBezTo>
                      <a:pt x="102423" y="61959"/>
                      <a:pt x="101147" y="53100"/>
                      <a:pt x="98599" y="45770"/>
                    </a:cubicBezTo>
                    <a:cubicBezTo>
                      <a:pt x="96048" y="38445"/>
                      <a:pt x="92065" y="32842"/>
                      <a:pt x="86649" y="28962"/>
                    </a:cubicBezTo>
                    <a:cubicBezTo>
                      <a:pt x="81228" y="25083"/>
                      <a:pt x="74190" y="23141"/>
                      <a:pt x="65531" y="23141"/>
                    </a:cubicBezTo>
                    <a:cubicBezTo>
                      <a:pt x="52800" y="23141"/>
                      <a:pt x="43501" y="27412"/>
                      <a:pt x="37627" y="35949"/>
                    </a:cubicBezTo>
                    <a:cubicBezTo>
                      <a:pt x="31753" y="44483"/>
                      <a:pt x="28816" y="56617"/>
                      <a:pt x="28816" y="72352"/>
                    </a:cubicBezTo>
                    <a:close/>
                    <a:moveTo>
                      <a:pt x="131288" y="72351"/>
                    </a:moveTo>
                    <a:cubicBezTo>
                      <a:pt x="131288" y="83944"/>
                      <a:pt x="129777" y="94253"/>
                      <a:pt x="126754" y="103276"/>
                    </a:cubicBezTo>
                    <a:cubicBezTo>
                      <a:pt x="123734" y="112301"/>
                      <a:pt x="119335" y="119919"/>
                      <a:pt x="113564" y="126133"/>
                    </a:cubicBezTo>
                    <a:cubicBezTo>
                      <a:pt x="107789" y="132340"/>
                      <a:pt x="100842" y="137074"/>
                      <a:pt x="92724" y="140329"/>
                    </a:cubicBezTo>
                    <a:cubicBezTo>
                      <a:pt x="84603" y="143577"/>
                      <a:pt x="75430" y="145208"/>
                      <a:pt x="65200" y="145208"/>
                    </a:cubicBezTo>
                    <a:cubicBezTo>
                      <a:pt x="55646" y="145208"/>
                      <a:pt x="46885" y="143577"/>
                      <a:pt x="38917" y="140329"/>
                    </a:cubicBezTo>
                    <a:cubicBezTo>
                      <a:pt x="30948" y="137075"/>
                      <a:pt x="24058" y="132341"/>
                      <a:pt x="18243" y="126133"/>
                    </a:cubicBezTo>
                    <a:cubicBezTo>
                      <a:pt x="12427" y="119919"/>
                      <a:pt x="7932" y="112301"/>
                      <a:pt x="4760" y="103276"/>
                    </a:cubicBezTo>
                    <a:cubicBezTo>
                      <a:pt x="1585" y="94253"/>
                      <a:pt x="0" y="83944"/>
                      <a:pt x="0" y="72351"/>
                    </a:cubicBezTo>
                    <a:cubicBezTo>
                      <a:pt x="0" y="56953"/>
                      <a:pt x="2653" y="43868"/>
                      <a:pt x="7962" y="33095"/>
                    </a:cubicBezTo>
                    <a:cubicBezTo>
                      <a:pt x="13272" y="22321"/>
                      <a:pt x="20864" y="14114"/>
                      <a:pt x="30738" y="8468"/>
                    </a:cubicBezTo>
                    <a:cubicBezTo>
                      <a:pt x="40613" y="2822"/>
                      <a:pt x="52379" y="0"/>
                      <a:pt x="66036" y="0"/>
                    </a:cubicBezTo>
                    <a:cubicBezTo>
                      <a:pt x="78915" y="0"/>
                      <a:pt x="90259" y="2829"/>
                      <a:pt x="100067" y="8493"/>
                    </a:cubicBezTo>
                    <a:cubicBezTo>
                      <a:pt x="109874" y="14155"/>
                      <a:pt x="117529" y="22374"/>
                      <a:pt x="123033" y="33160"/>
                    </a:cubicBezTo>
                    <a:cubicBezTo>
                      <a:pt x="128535" y="43943"/>
                      <a:pt x="131287" y="57003"/>
                      <a:pt x="131287" y="723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7"/>
              <p:cNvSpPr/>
              <p:nvPr/>
            </p:nvSpPr>
            <p:spPr>
              <a:xfrm>
                <a:off x="1755109" y="1550102"/>
                <a:ext cx="121717" cy="142673"/>
              </a:xfrm>
              <a:custGeom>
                <a:rect b="b" l="l" r="r" t="t"/>
                <a:pathLst>
                  <a:path extrusionOk="0" h="142673" w="121717">
                    <a:moveTo>
                      <a:pt x="71582" y="1"/>
                    </a:moveTo>
                    <a:cubicBezTo>
                      <a:pt x="87498" y="1"/>
                      <a:pt x="99836" y="4069"/>
                      <a:pt x="108587" y="12206"/>
                    </a:cubicBezTo>
                    <a:cubicBezTo>
                      <a:pt x="117341" y="20347"/>
                      <a:pt x="121717" y="33395"/>
                      <a:pt x="121717" y="51361"/>
                    </a:cubicBezTo>
                    <a:lnTo>
                      <a:pt x="121717" y="142673"/>
                    </a:lnTo>
                    <a:lnTo>
                      <a:pt x="93789" y="142673"/>
                    </a:lnTo>
                    <a:lnTo>
                      <a:pt x="93789" y="56074"/>
                    </a:lnTo>
                    <a:cubicBezTo>
                      <a:pt x="93789" y="45072"/>
                      <a:pt x="91466" y="36816"/>
                      <a:pt x="86825" y="31294"/>
                    </a:cubicBezTo>
                    <a:cubicBezTo>
                      <a:pt x="82181" y="25778"/>
                      <a:pt x="75026" y="23019"/>
                      <a:pt x="65353" y="23019"/>
                    </a:cubicBezTo>
                    <a:cubicBezTo>
                      <a:pt x="51425" y="23019"/>
                      <a:pt x="41724" y="27234"/>
                      <a:pt x="36247" y="35670"/>
                    </a:cubicBezTo>
                    <a:cubicBezTo>
                      <a:pt x="30770" y="44100"/>
                      <a:pt x="28030" y="56328"/>
                      <a:pt x="28030" y="72351"/>
                    </a:cubicBezTo>
                    <a:lnTo>
                      <a:pt x="28030" y="142673"/>
                    </a:lnTo>
                    <a:lnTo>
                      <a:pt x="0" y="142673"/>
                    </a:lnTo>
                    <a:lnTo>
                      <a:pt x="0" y="2610"/>
                    </a:lnTo>
                    <a:lnTo>
                      <a:pt x="21953" y="2610"/>
                    </a:lnTo>
                    <a:lnTo>
                      <a:pt x="25928" y="21879"/>
                    </a:lnTo>
                    <a:lnTo>
                      <a:pt x="27473" y="21879"/>
                    </a:lnTo>
                    <a:cubicBezTo>
                      <a:pt x="30477" y="16976"/>
                      <a:pt x="34247" y="12916"/>
                      <a:pt x="38778" y="9698"/>
                    </a:cubicBezTo>
                    <a:cubicBezTo>
                      <a:pt x="43311" y="6477"/>
                      <a:pt x="48383" y="4057"/>
                      <a:pt x="53996" y="2437"/>
                    </a:cubicBezTo>
                    <a:cubicBezTo>
                      <a:pt x="59610" y="810"/>
                      <a:pt x="65471" y="0"/>
                      <a:pt x="7158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7"/>
              <p:cNvSpPr/>
              <p:nvPr/>
            </p:nvSpPr>
            <p:spPr>
              <a:xfrm>
                <a:off x="1912339" y="1550103"/>
                <a:ext cx="131287" cy="145207"/>
              </a:xfrm>
              <a:custGeom>
                <a:rect b="b" l="l" r="r" t="t"/>
                <a:pathLst>
                  <a:path extrusionOk="0" h="145207" w="131287">
                    <a:moveTo>
                      <a:pt x="28815" y="72351"/>
                    </a:moveTo>
                    <a:cubicBezTo>
                      <a:pt x="28815" y="82777"/>
                      <a:pt x="30112" y="91718"/>
                      <a:pt x="32702" y="99174"/>
                    </a:cubicBezTo>
                    <a:cubicBezTo>
                      <a:pt x="35293" y="106622"/>
                      <a:pt x="39296" y="112333"/>
                      <a:pt x="44717" y="116294"/>
                    </a:cubicBezTo>
                    <a:cubicBezTo>
                      <a:pt x="50134" y="120260"/>
                      <a:pt x="57130" y="122241"/>
                      <a:pt x="65708" y="122241"/>
                    </a:cubicBezTo>
                    <a:cubicBezTo>
                      <a:pt x="74214" y="122241"/>
                      <a:pt x="81184" y="120260"/>
                      <a:pt x="86622" y="116294"/>
                    </a:cubicBezTo>
                    <a:cubicBezTo>
                      <a:pt x="92057" y="112333"/>
                      <a:pt x="96048" y="106622"/>
                      <a:pt x="98599" y="99174"/>
                    </a:cubicBezTo>
                    <a:cubicBezTo>
                      <a:pt x="101147" y="91718"/>
                      <a:pt x="102423" y="82777"/>
                      <a:pt x="102423" y="72351"/>
                    </a:cubicBezTo>
                    <a:cubicBezTo>
                      <a:pt x="102423" y="61959"/>
                      <a:pt x="101147" y="53100"/>
                      <a:pt x="98599" y="45770"/>
                    </a:cubicBezTo>
                    <a:cubicBezTo>
                      <a:pt x="96048" y="38445"/>
                      <a:pt x="92065" y="32842"/>
                      <a:pt x="86649" y="28962"/>
                    </a:cubicBezTo>
                    <a:cubicBezTo>
                      <a:pt x="81227" y="25083"/>
                      <a:pt x="74190" y="23141"/>
                      <a:pt x="65531" y="23141"/>
                    </a:cubicBezTo>
                    <a:cubicBezTo>
                      <a:pt x="52800" y="23141"/>
                      <a:pt x="43501" y="27412"/>
                      <a:pt x="37627" y="35949"/>
                    </a:cubicBezTo>
                    <a:cubicBezTo>
                      <a:pt x="31753" y="44483"/>
                      <a:pt x="28816" y="56617"/>
                      <a:pt x="28816" y="72352"/>
                    </a:cubicBezTo>
                    <a:close/>
                    <a:moveTo>
                      <a:pt x="131288" y="72351"/>
                    </a:moveTo>
                    <a:cubicBezTo>
                      <a:pt x="131288" y="83944"/>
                      <a:pt x="129777" y="94253"/>
                      <a:pt x="126754" y="103276"/>
                    </a:cubicBezTo>
                    <a:cubicBezTo>
                      <a:pt x="123734" y="112301"/>
                      <a:pt x="119335" y="119919"/>
                      <a:pt x="113564" y="126133"/>
                    </a:cubicBezTo>
                    <a:cubicBezTo>
                      <a:pt x="107789" y="132340"/>
                      <a:pt x="100842" y="137074"/>
                      <a:pt x="92724" y="140329"/>
                    </a:cubicBezTo>
                    <a:cubicBezTo>
                      <a:pt x="84603" y="143577"/>
                      <a:pt x="75429" y="145208"/>
                      <a:pt x="65200" y="145208"/>
                    </a:cubicBezTo>
                    <a:cubicBezTo>
                      <a:pt x="55646" y="145208"/>
                      <a:pt x="46885" y="143577"/>
                      <a:pt x="38917" y="140329"/>
                    </a:cubicBezTo>
                    <a:cubicBezTo>
                      <a:pt x="30948" y="137075"/>
                      <a:pt x="24058" y="132341"/>
                      <a:pt x="18242" y="126133"/>
                    </a:cubicBezTo>
                    <a:cubicBezTo>
                      <a:pt x="12427" y="119919"/>
                      <a:pt x="7932" y="112301"/>
                      <a:pt x="4760" y="103276"/>
                    </a:cubicBezTo>
                    <a:cubicBezTo>
                      <a:pt x="1585" y="94253"/>
                      <a:pt x="0" y="83944"/>
                      <a:pt x="0" y="72351"/>
                    </a:cubicBezTo>
                    <a:cubicBezTo>
                      <a:pt x="0" y="56953"/>
                      <a:pt x="2653" y="43868"/>
                      <a:pt x="7962" y="33095"/>
                    </a:cubicBezTo>
                    <a:cubicBezTo>
                      <a:pt x="13272" y="22321"/>
                      <a:pt x="20864" y="14114"/>
                      <a:pt x="30738" y="8468"/>
                    </a:cubicBezTo>
                    <a:cubicBezTo>
                      <a:pt x="40613" y="2822"/>
                      <a:pt x="52379" y="0"/>
                      <a:pt x="66036" y="0"/>
                    </a:cubicBezTo>
                    <a:cubicBezTo>
                      <a:pt x="78915" y="0"/>
                      <a:pt x="90259" y="2829"/>
                      <a:pt x="100067" y="8493"/>
                    </a:cubicBezTo>
                    <a:cubicBezTo>
                      <a:pt x="109874" y="14155"/>
                      <a:pt x="117529" y="22374"/>
                      <a:pt x="123033" y="33160"/>
                    </a:cubicBezTo>
                    <a:cubicBezTo>
                      <a:pt x="128535" y="43943"/>
                      <a:pt x="131287" y="57003"/>
                      <a:pt x="131287" y="723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7"/>
              <p:cNvSpPr/>
              <p:nvPr/>
            </p:nvSpPr>
            <p:spPr>
              <a:xfrm>
                <a:off x="2079926" y="1550103"/>
                <a:ext cx="204083" cy="142673"/>
              </a:xfrm>
              <a:custGeom>
                <a:rect b="b" l="l" r="r" t="t"/>
                <a:pathLst>
                  <a:path extrusionOk="0" h="142673" w="204083">
                    <a:moveTo>
                      <a:pt x="156861" y="0"/>
                    </a:moveTo>
                    <a:cubicBezTo>
                      <a:pt x="172458" y="0"/>
                      <a:pt x="184227" y="4048"/>
                      <a:pt x="192171" y="12144"/>
                    </a:cubicBezTo>
                    <a:cubicBezTo>
                      <a:pt x="200112" y="20240"/>
                      <a:pt x="204084" y="33210"/>
                      <a:pt x="204084" y="51057"/>
                    </a:cubicBezTo>
                    <a:lnTo>
                      <a:pt x="204084" y="142673"/>
                    </a:lnTo>
                    <a:lnTo>
                      <a:pt x="176155" y="142673"/>
                    </a:lnTo>
                    <a:lnTo>
                      <a:pt x="176155" y="55518"/>
                    </a:lnTo>
                    <a:cubicBezTo>
                      <a:pt x="176155" y="44736"/>
                      <a:pt x="174010" y="36621"/>
                      <a:pt x="169725" y="31180"/>
                    </a:cubicBezTo>
                    <a:cubicBezTo>
                      <a:pt x="165436" y="25742"/>
                      <a:pt x="158969" y="23019"/>
                      <a:pt x="150329" y="23019"/>
                    </a:cubicBezTo>
                    <a:cubicBezTo>
                      <a:pt x="138174" y="23019"/>
                      <a:pt x="129417" y="26817"/>
                      <a:pt x="124060" y="34414"/>
                    </a:cubicBezTo>
                    <a:cubicBezTo>
                      <a:pt x="118697" y="42014"/>
                      <a:pt x="116019" y="53077"/>
                      <a:pt x="116019" y="67608"/>
                    </a:cubicBezTo>
                    <a:lnTo>
                      <a:pt x="116019" y="142673"/>
                    </a:lnTo>
                    <a:lnTo>
                      <a:pt x="88040" y="142673"/>
                    </a:lnTo>
                    <a:lnTo>
                      <a:pt x="88040" y="55518"/>
                    </a:lnTo>
                    <a:cubicBezTo>
                      <a:pt x="88040" y="48318"/>
                      <a:pt x="87091" y="42316"/>
                      <a:pt x="85192" y="37508"/>
                    </a:cubicBezTo>
                    <a:cubicBezTo>
                      <a:pt x="83292" y="32699"/>
                      <a:pt x="80434" y="29082"/>
                      <a:pt x="76620" y="26654"/>
                    </a:cubicBezTo>
                    <a:cubicBezTo>
                      <a:pt x="72803" y="24233"/>
                      <a:pt x="67984" y="23019"/>
                      <a:pt x="62162" y="23019"/>
                    </a:cubicBezTo>
                    <a:cubicBezTo>
                      <a:pt x="53771" y="23019"/>
                      <a:pt x="47085" y="24887"/>
                      <a:pt x="42094" y="28621"/>
                    </a:cubicBezTo>
                    <a:cubicBezTo>
                      <a:pt x="37108" y="32358"/>
                      <a:pt x="33515" y="37861"/>
                      <a:pt x="31323" y="45138"/>
                    </a:cubicBezTo>
                    <a:cubicBezTo>
                      <a:pt x="29127" y="52412"/>
                      <a:pt x="28030" y="61321"/>
                      <a:pt x="28030" y="71870"/>
                    </a:cubicBezTo>
                    <a:lnTo>
                      <a:pt x="28030" y="142673"/>
                    </a:lnTo>
                    <a:lnTo>
                      <a:pt x="0" y="142673"/>
                    </a:lnTo>
                    <a:lnTo>
                      <a:pt x="0" y="2610"/>
                    </a:lnTo>
                    <a:lnTo>
                      <a:pt x="21953" y="2610"/>
                    </a:lnTo>
                    <a:lnTo>
                      <a:pt x="25928" y="21650"/>
                    </a:lnTo>
                    <a:lnTo>
                      <a:pt x="27473" y="21650"/>
                    </a:lnTo>
                    <a:cubicBezTo>
                      <a:pt x="30307" y="16784"/>
                      <a:pt x="33859" y="12757"/>
                      <a:pt x="38122" y="9571"/>
                    </a:cubicBezTo>
                    <a:cubicBezTo>
                      <a:pt x="42382" y="6387"/>
                      <a:pt x="47128" y="3996"/>
                      <a:pt x="52363" y="2397"/>
                    </a:cubicBezTo>
                    <a:cubicBezTo>
                      <a:pt x="57594" y="799"/>
                      <a:pt x="63072" y="1"/>
                      <a:pt x="68796" y="1"/>
                    </a:cubicBezTo>
                    <a:cubicBezTo>
                      <a:pt x="79259" y="1"/>
                      <a:pt x="88080" y="1862"/>
                      <a:pt x="95255" y="5593"/>
                    </a:cubicBezTo>
                    <a:cubicBezTo>
                      <a:pt x="102428" y="9316"/>
                      <a:pt x="107755" y="14990"/>
                      <a:pt x="111233" y="22614"/>
                    </a:cubicBezTo>
                    <a:lnTo>
                      <a:pt x="113259" y="22614"/>
                    </a:lnTo>
                    <a:cubicBezTo>
                      <a:pt x="117680" y="14907"/>
                      <a:pt x="123826" y="9213"/>
                      <a:pt x="131691" y="5529"/>
                    </a:cubicBezTo>
                    <a:cubicBezTo>
                      <a:pt x="139558" y="1845"/>
                      <a:pt x="147947" y="2"/>
                      <a:pt x="156861" y="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7"/>
              <p:cNvSpPr/>
              <p:nvPr/>
            </p:nvSpPr>
            <p:spPr>
              <a:xfrm>
                <a:off x="2327551" y="1552712"/>
                <a:ext cx="28030" cy="140063"/>
              </a:xfrm>
              <a:custGeom>
                <a:rect b="b" l="l" r="r" t="t"/>
                <a:pathLst>
                  <a:path extrusionOk="0" h="140063" w="28030">
                    <a:moveTo>
                      <a:pt x="28030" y="0"/>
                    </a:moveTo>
                    <a:lnTo>
                      <a:pt x="28030" y="140064"/>
                    </a:lnTo>
                    <a:lnTo>
                      <a:pt x="0" y="140064"/>
                    </a:lnTo>
                    <a:lnTo>
                      <a:pt x="0" y="0"/>
                    </a:lnTo>
                    <a:lnTo>
                      <a:pt x="2803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7"/>
              <p:cNvSpPr/>
              <p:nvPr/>
            </p:nvSpPr>
            <p:spPr>
              <a:xfrm>
                <a:off x="2392108" y="1550102"/>
                <a:ext cx="106220" cy="145208"/>
              </a:xfrm>
              <a:custGeom>
                <a:rect b="b" l="l" r="r" t="t"/>
                <a:pathLst>
                  <a:path extrusionOk="0" h="145208" w="106220">
                    <a:moveTo>
                      <a:pt x="64390" y="145208"/>
                    </a:moveTo>
                    <a:cubicBezTo>
                      <a:pt x="51307" y="145208"/>
                      <a:pt x="39930" y="142632"/>
                      <a:pt x="30258" y="137480"/>
                    </a:cubicBezTo>
                    <a:cubicBezTo>
                      <a:pt x="20585" y="132320"/>
                      <a:pt x="13124" y="124429"/>
                      <a:pt x="7875" y="113798"/>
                    </a:cubicBezTo>
                    <a:cubicBezTo>
                      <a:pt x="2624" y="103170"/>
                      <a:pt x="0" y="89693"/>
                      <a:pt x="0" y="73366"/>
                    </a:cubicBezTo>
                    <a:cubicBezTo>
                      <a:pt x="0" y="56365"/>
                      <a:pt x="2851" y="42463"/>
                      <a:pt x="8558" y="31664"/>
                    </a:cubicBezTo>
                    <a:cubicBezTo>
                      <a:pt x="14262" y="20862"/>
                      <a:pt x="22167" y="12888"/>
                      <a:pt x="32273" y="7731"/>
                    </a:cubicBezTo>
                    <a:cubicBezTo>
                      <a:pt x="42374" y="2576"/>
                      <a:pt x="53959" y="0"/>
                      <a:pt x="67024" y="0"/>
                    </a:cubicBezTo>
                    <a:cubicBezTo>
                      <a:pt x="75075" y="0"/>
                      <a:pt x="82465" y="797"/>
                      <a:pt x="89194" y="2397"/>
                    </a:cubicBezTo>
                    <a:cubicBezTo>
                      <a:pt x="95919" y="3991"/>
                      <a:pt x="101593" y="5958"/>
                      <a:pt x="106220" y="8290"/>
                    </a:cubicBezTo>
                    <a:lnTo>
                      <a:pt x="97864" y="30853"/>
                    </a:lnTo>
                    <a:cubicBezTo>
                      <a:pt x="92883" y="28840"/>
                      <a:pt x="87685" y="27115"/>
                      <a:pt x="82266" y="25676"/>
                    </a:cubicBezTo>
                    <a:cubicBezTo>
                      <a:pt x="76849" y="24244"/>
                      <a:pt x="71665" y="23525"/>
                      <a:pt x="66720" y="23525"/>
                    </a:cubicBezTo>
                    <a:cubicBezTo>
                      <a:pt x="58228" y="23525"/>
                      <a:pt x="51179" y="25401"/>
                      <a:pt x="45563" y="29155"/>
                    </a:cubicBezTo>
                    <a:cubicBezTo>
                      <a:pt x="39953" y="32907"/>
                      <a:pt x="35758" y="38458"/>
                      <a:pt x="32979" y="45812"/>
                    </a:cubicBezTo>
                    <a:cubicBezTo>
                      <a:pt x="30203" y="53162"/>
                      <a:pt x="28815" y="62259"/>
                      <a:pt x="28815" y="73109"/>
                    </a:cubicBezTo>
                    <a:cubicBezTo>
                      <a:pt x="28815" y="83623"/>
                      <a:pt x="30205" y="92491"/>
                      <a:pt x="32994" y="99718"/>
                    </a:cubicBezTo>
                    <a:cubicBezTo>
                      <a:pt x="35776" y="106942"/>
                      <a:pt x="39905" y="112411"/>
                      <a:pt x="45375" y="116119"/>
                    </a:cubicBezTo>
                    <a:cubicBezTo>
                      <a:pt x="50843" y="119827"/>
                      <a:pt x="57610" y="121682"/>
                      <a:pt x="65682" y="121682"/>
                    </a:cubicBezTo>
                    <a:cubicBezTo>
                      <a:pt x="73293" y="121682"/>
                      <a:pt x="80123" y="120786"/>
                      <a:pt x="86166" y="118995"/>
                    </a:cubicBezTo>
                    <a:cubicBezTo>
                      <a:pt x="92209" y="117204"/>
                      <a:pt x="97864" y="114897"/>
                      <a:pt x="103131" y="112074"/>
                    </a:cubicBezTo>
                    <a:lnTo>
                      <a:pt x="103131" y="136561"/>
                    </a:lnTo>
                    <a:cubicBezTo>
                      <a:pt x="97982" y="139469"/>
                      <a:pt x="92403" y="141641"/>
                      <a:pt x="86394" y="143065"/>
                    </a:cubicBezTo>
                    <a:cubicBezTo>
                      <a:pt x="80384" y="144493"/>
                      <a:pt x="73050" y="145208"/>
                      <a:pt x="64390" y="14520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7"/>
              <p:cNvSpPr/>
              <p:nvPr/>
            </p:nvSpPr>
            <p:spPr>
              <a:xfrm>
                <a:off x="2324840" y="1498447"/>
                <a:ext cx="33454" cy="33493"/>
              </a:xfrm>
              <a:custGeom>
                <a:rect b="b" l="l" r="r" t="t"/>
                <a:pathLst>
                  <a:path extrusionOk="0" h="33493" w="33454">
                    <a:moveTo>
                      <a:pt x="33454" y="16747"/>
                    </a:moveTo>
                    <a:cubicBezTo>
                      <a:pt x="33454" y="25996"/>
                      <a:pt x="25965" y="33494"/>
                      <a:pt x="16727" y="33494"/>
                    </a:cubicBezTo>
                    <a:cubicBezTo>
                      <a:pt x="7489" y="33494"/>
                      <a:pt x="0" y="25996"/>
                      <a:pt x="0" y="16747"/>
                    </a:cubicBezTo>
                    <a:cubicBezTo>
                      <a:pt x="0" y="7498"/>
                      <a:pt x="7489" y="0"/>
                      <a:pt x="16727" y="0"/>
                    </a:cubicBezTo>
                    <a:cubicBezTo>
                      <a:pt x="25965" y="0"/>
                      <a:pt x="33454" y="7498"/>
                      <a:pt x="33454" y="1674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7"/>
              <p:cNvSpPr/>
              <p:nvPr/>
            </p:nvSpPr>
            <p:spPr>
              <a:xfrm>
                <a:off x="1382198" y="1604437"/>
                <a:ext cx="36495" cy="36538"/>
              </a:xfrm>
              <a:custGeom>
                <a:rect b="b" l="l" r="r" t="t"/>
                <a:pathLst>
                  <a:path extrusionOk="0" h="36538" w="36495">
                    <a:moveTo>
                      <a:pt x="36496" y="18269"/>
                    </a:moveTo>
                    <a:cubicBezTo>
                      <a:pt x="36496" y="28359"/>
                      <a:pt x="28326" y="36539"/>
                      <a:pt x="18248" y="36539"/>
                    </a:cubicBezTo>
                    <a:cubicBezTo>
                      <a:pt x="8170" y="36539"/>
                      <a:pt x="0" y="28359"/>
                      <a:pt x="0" y="18269"/>
                    </a:cubicBezTo>
                    <a:cubicBezTo>
                      <a:pt x="0" y="8180"/>
                      <a:pt x="8170" y="0"/>
                      <a:pt x="18248" y="0"/>
                    </a:cubicBezTo>
                    <a:cubicBezTo>
                      <a:pt x="28326" y="0"/>
                      <a:pt x="36496" y="8180"/>
                      <a:pt x="36496" y="1826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1598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 Agenda with splash">
  <p:cSld name="CUSTOM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8" title="Artboard 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79509" y="1"/>
            <a:ext cx="3869525" cy="386021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8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32" name="Google Shape;132;p8"/>
          <p:cNvSpPr txBox="1"/>
          <p:nvPr>
            <p:ph idx="1" type="body"/>
          </p:nvPr>
        </p:nvSpPr>
        <p:spPr>
          <a:xfrm>
            <a:off x="606988" y="1600200"/>
            <a:ext cx="3686100" cy="294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133" name="Google Shape;133;p8"/>
          <p:cNvSpPr txBox="1"/>
          <p:nvPr>
            <p:ph idx="2" type="body"/>
          </p:nvPr>
        </p:nvSpPr>
        <p:spPr>
          <a:xfrm>
            <a:off x="4874313" y="1600200"/>
            <a:ext cx="3686100" cy="294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 Agenda with photo">
  <p:cSld name="CUSTOM_2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 txBox="1"/>
          <p:nvPr>
            <p:ph type="title"/>
          </p:nvPr>
        </p:nvSpPr>
        <p:spPr>
          <a:xfrm>
            <a:off x="602463" y="604275"/>
            <a:ext cx="3643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36" name="Google Shape;136;p9"/>
          <p:cNvSpPr txBox="1"/>
          <p:nvPr>
            <p:ph idx="1" type="body"/>
          </p:nvPr>
        </p:nvSpPr>
        <p:spPr>
          <a:xfrm>
            <a:off x="606988" y="1600200"/>
            <a:ext cx="3686100" cy="294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137" name="Google Shape;137;p9"/>
          <p:cNvSpPr/>
          <p:nvPr>
            <p:ph idx="2" type="pic"/>
          </p:nvPr>
        </p:nvSpPr>
        <p:spPr>
          <a:xfrm>
            <a:off x="4625575" y="-80200"/>
            <a:ext cx="4608000" cy="5223900"/>
          </a:xfrm>
          <a:prstGeom prst="roundRect">
            <a:avLst>
              <a:gd fmla="val 685" name="adj"/>
            </a:avLst>
          </a:prstGeom>
          <a:solidFill>
            <a:srgbClr val="F2F2F2"/>
          </a:solidFill>
          <a:ln>
            <a:noFill/>
          </a:ln>
          <a:effectLst>
            <a:outerShdw rotWithShape="0" algn="bl">
              <a:srgbClr val="000000">
                <a:alpha val="0"/>
              </a:srgbClr>
            </a:outerShdw>
            <a:reflection blurRad="0" dir="0" dist="0" endA="0" endPos="1000" fadeDir="5400012" kx="0" rotWithShape="0" algn="bl" stA="0" stPos="0" sy="-100000" ky="0"/>
          </a:effectLst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 Agenda with splash">
  <p:cSld name="CUSTOM_1">
    <p:bg>
      <p:bgPr>
        <a:solidFill>
          <a:schemeClr val="dk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0" title="agenda splash blue.png"/>
          <p:cNvPicPr preferRelativeResize="0"/>
          <p:nvPr/>
        </p:nvPicPr>
        <p:blipFill rotWithShape="1">
          <a:blip r:embed="rId2">
            <a:alphaModFix/>
          </a:blip>
          <a:srcRect b="0" l="120" r="120" t="0"/>
          <a:stretch/>
        </p:blipFill>
        <p:spPr>
          <a:xfrm>
            <a:off x="5274475" y="1"/>
            <a:ext cx="3869525" cy="386021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0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" name="Google Shape;141;p10"/>
          <p:cNvSpPr txBox="1"/>
          <p:nvPr>
            <p:ph idx="1" type="subTitle"/>
          </p:nvPr>
        </p:nvSpPr>
        <p:spPr>
          <a:xfrm>
            <a:off x="602475" y="1608663"/>
            <a:ext cx="4353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800"/>
              </a:spcBef>
              <a:spcAft>
                <a:spcPts val="80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42" name="Google Shape;142;p10"/>
          <p:cNvSpPr txBox="1"/>
          <p:nvPr>
            <p:ph idx="2" type="subTitle"/>
          </p:nvPr>
        </p:nvSpPr>
        <p:spPr>
          <a:xfrm>
            <a:off x="1270000" y="1598088"/>
            <a:ext cx="65964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b="1" sz="17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spcBef>
                <a:spcPts val="800"/>
              </a:spcBef>
              <a:spcAft>
                <a:spcPts val="80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143" name="Google Shape;143;p10"/>
          <p:cNvSpPr txBox="1"/>
          <p:nvPr>
            <p:ph idx="3" type="subTitle"/>
          </p:nvPr>
        </p:nvSpPr>
        <p:spPr>
          <a:xfrm>
            <a:off x="602475" y="2164283"/>
            <a:ext cx="4353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800"/>
              </a:spcBef>
              <a:spcAft>
                <a:spcPts val="80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44" name="Google Shape;144;p10"/>
          <p:cNvSpPr txBox="1"/>
          <p:nvPr>
            <p:ph idx="4" type="subTitle"/>
          </p:nvPr>
        </p:nvSpPr>
        <p:spPr>
          <a:xfrm>
            <a:off x="1270000" y="2153708"/>
            <a:ext cx="65964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b="1" sz="17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spcBef>
                <a:spcPts val="800"/>
              </a:spcBef>
              <a:spcAft>
                <a:spcPts val="80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145" name="Google Shape;145;p10"/>
          <p:cNvSpPr txBox="1"/>
          <p:nvPr>
            <p:ph idx="5" type="subTitle"/>
          </p:nvPr>
        </p:nvSpPr>
        <p:spPr>
          <a:xfrm>
            <a:off x="602475" y="2661200"/>
            <a:ext cx="4353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800"/>
              </a:spcBef>
              <a:spcAft>
                <a:spcPts val="80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46" name="Google Shape;146;p10"/>
          <p:cNvSpPr txBox="1"/>
          <p:nvPr>
            <p:ph idx="6" type="subTitle"/>
          </p:nvPr>
        </p:nvSpPr>
        <p:spPr>
          <a:xfrm>
            <a:off x="1270000" y="2650625"/>
            <a:ext cx="65964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b="1" sz="17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spcBef>
                <a:spcPts val="800"/>
              </a:spcBef>
              <a:spcAft>
                <a:spcPts val="80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147" name="Google Shape;147;p10"/>
          <p:cNvSpPr txBox="1"/>
          <p:nvPr>
            <p:ph idx="7" type="subTitle"/>
          </p:nvPr>
        </p:nvSpPr>
        <p:spPr>
          <a:xfrm>
            <a:off x="602475" y="3216821"/>
            <a:ext cx="4353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800"/>
              </a:spcBef>
              <a:spcAft>
                <a:spcPts val="80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48" name="Google Shape;148;p10"/>
          <p:cNvSpPr txBox="1"/>
          <p:nvPr>
            <p:ph idx="8" type="subTitle"/>
          </p:nvPr>
        </p:nvSpPr>
        <p:spPr>
          <a:xfrm>
            <a:off x="1270000" y="3206246"/>
            <a:ext cx="65964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b="1" sz="17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spcBef>
                <a:spcPts val="800"/>
              </a:spcBef>
              <a:spcAft>
                <a:spcPts val="80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149" name="Google Shape;149;p10"/>
          <p:cNvSpPr txBox="1"/>
          <p:nvPr>
            <p:ph idx="9" type="subTitle"/>
          </p:nvPr>
        </p:nvSpPr>
        <p:spPr>
          <a:xfrm>
            <a:off x="602475" y="3713738"/>
            <a:ext cx="4353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80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800"/>
              </a:spcBef>
              <a:spcAft>
                <a:spcPts val="80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50" name="Google Shape;150;p10"/>
          <p:cNvSpPr txBox="1"/>
          <p:nvPr>
            <p:ph idx="13" type="subTitle"/>
          </p:nvPr>
        </p:nvSpPr>
        <p:spPr>
          <a:xfrm>
            <a:off x="1270000" y="3703163"/>
            <a:ext cx="65964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b="1" sz="17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spcBef>
                <a:spcPts val="80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spcBef>
                <a:spcPts val="800"/>
              </a:spcBef>
              <a:spcAft>
                <a:spcPts val="80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 Section title image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11"/>
          <p:cNvSpPr txBox="1"/>
          <p:nvPr>
            <p:ph type="title"/>
          </p:nvPr>
        </p:nvSpPr>
        <p:spPr>
          <a:xfrm>
            <a:off x="-933450" y="-4762"/>
            <a:ext cx="4527900" cy="5148300"/>
          </a:xfrm>
          <a:prstGeom prst="rect">
            <a:avLst/>
          </a:prstGeom>
          <a:gradFill>
            <a:gsLst>
              <a:gs pos="0">
                <a:srgbClr val="444266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</p:spPr>
        <p:txBody>
          <a:bodyPr anchorCtr="0" anchor="t" bIns="142875" lIns="1524000" spcFirstLastPara="1" rIns="0" wrap="square" tIns="6191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11"/>
          <p:cNvSpPr txBox="1"/>
          <p:nvPr>
            <p:ph idx="1" type="subTitle"/>
          </p:nvPr>
        </p:nvSpPr>
        <p:spPr>
          <a:xfrm>
            <a:off x="611988" y="2962658"/>
            <a:ext cx="2673000" cy="45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/>
            </a:lvl9pPr>
          </a:lstStyle>
          <a:p/>
        </p:txBody>
      </p:sp>
      <p:pic>
        <p:nvPicPr>
          <p:cNvPr id="155" name="Google Shape;155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45962" y="4773547"/>
            <a:ext cx="193741" cy="193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1" title="Splash oran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5962" y="4773227"/>
            <a:ext cx="193738" cy="194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 Section title orange">
  <p:cSld name="CUSTOM_3_1_1">
    <p:bg>
      <p:bgPr>
        <a:solidFill>
          <a:schemeClr val="accent3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/>
          <p:nvPr/>
        </p:nvSpPr>
        <p:spPr>
          <a:xfrm>
            <a:off x="602475" y="600075"/>
            <a:ext cx="3267300" cy="3402900"/>
          </a:xfrm>
          <a:prstGeom prst="roundRect">
            <a:avLst>
              <a:gd fmla="val 943" name="adj"/>
            </a:avLst>
          </a:prstGeom>
          <a:solidFill>
            <a:schemeClr val="dk2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9" name="Google Shape;159;p12"/>
          <p:cNvSpPr/>
          <p:nvPr>
            <p:ph idx="2" type="pic"/>
          </p:nvPr>
        </p:nvSpPr>
        <p:spPr>
          <a:xfrm>
            <a:off x="3275425" y="1140625"/>
            <a:ext cx="5266200" cy="3402900"/>
          </a:xfrm>
          <a:prstGeom prst="roundRect">
            <a:avLst>
              <a:gd fmla="val 685" name="adj"/>
            </a:avLst>
          </a:prstGeom>
          <a:solidFill>
            <a:srgbClr val="F2F2F2"/>
          </a:solidFill>
          <a:ln>
            <a:noFill/>
          </a:ln>
          <a:effectLst>
            <a:outerShdw blurRad="42863" rotWithShape="0" algn="bl" dist="14288">
              <a:srgbClr val="000000">
                <a:alpha val="0"/>
              </a:srgbClr>
            </a:outerShdw>
            <a:reflection blurRad="0" dir="5400000" dist="28575" endA="0" endPos="1000" fadeDir="5400012" kx="0" rotWithShape="0" algn="bl" stA="0" stPos="0" sy="-100000" ky="0"/>
          </a:effectLst>
        </p:spPr>
      </p:sp>
      <p:sp>
        <p:nvSpPr>
          <p:cNvPr id="160" name="Google Shape;160;p12"/>
          <p:cNvSpPr txBox="1"/>
          <p:nvPr>
            <p:ph type="title"/>
          </p:nvPr>
        </p:nvSpPr>
        <p:spPr>
          <a:xfrm>
            <a:off x="898925" y="1600200"/>
            <a:ext cx="2133600" cy="20670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61" name="Google Shape;161;p12"/>
          <p:cNvSpPr txBox="1"/>
          <p:nvPr>
            <p:ph idx="1" type="subTitle"/>
          </p:nvPr>
        </p:nvSpPr>
        <p:spPr>
          <a:xfrm>
            <a:off x="898925" y="840713"/>
            <a:ext cx="2202600" cy="45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 Section title blue">
  <p:cSld name="CUSTOM_3_1_1_2">
    <p:bg>
      <p:bgPr>
        <a:solidFill>
          <a:schemeClr val="dk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"/>
          <p:cNvSpPr/>
          <p:nvPr/>
        </p:nvSpPr>
        <p:spPr>
          <a:xfrm>
            <a:off x="602475" y="600075"/>
            <a:ext cx="3267300" cy="3402900"/>
          </a:xfrm>
          <a:prstGeom prst="roundRect">
            <a:avLst>
              <a:gd fmla="val 943" name="adj"/>
            </a:avLst>
          </a:prstGeom>
          <a:solidFill>
            <a:schemeClr val="lt2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4" name="Google Shape;164;p13"/>
          <p:cNvSpPr/>
          <p:nvPr>
            <p:ph idx="2" type="pic"/>
          </p:nvPr>
        </p:nvSpPr>
        <p:spPr>
          <a:xfrm>
            <a:off x="3275425" y="1140625"/>
            <a:ext cx="5266200" cy="3402900"/>
          </a:xfrm>
          <a:prstGeom prst="roundRect">
            <a:avLst>
              <a:gd fmla="val 685" name="adj"/>
            </a:avLst>
          </a:prstGeom>
          <a:solidFill>
            <a:srgbClr val="F2F2F2"/>
          </a:solidFill>
          <a:ln>
            <a:noFill/>
          </a:ln>
          <a:effectLst>
            <a:outerShdw blurRad="42863" rotWithShape="0" algn="bl" dist="14288">
              <a:srgbClr val="000000">
                <a:alpha val="0"/>
              </a:srgbClr>
            </a:outerShdw>
            <a:reflection blurRad="0" dir="5400000" dist="28575" endA="0" endPos="1000" fadeDir="5400012" kx="0" rotWithShape="0" algn="bl" stA="0" stPos="0" sy="-100000" ky="0"/>
          </a:effectLst>
        </p:spPr>
      </p:sp>
      <p:sp>
        <p:nvSpPr>
          <p:cNvPr id="165" name="Google Shape;165;p13"/>
          <p:cNvSpPr txBox="1"/>
          <p:nvPr>
            <p:ph type="title"/>
          </p:nvPr>
        </p:nvSpPr>
        <p:spPr>
          <a:xfrm>
            <a:off x="898925" y="1600200"/>
            <a:ext cx="2133600" cy="20670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6" name="Google Shape;166;p13"/>
          <p:cNvSpPr txBox="1"/>
          <p:nvPr>
            <p:ph idx="1" type="subTitle"/>
          </p:nvPr>
        </p:nvSpPr>
        <p:spPr>
          <a:xfrm>
            <a:off x="898925" y="840713"/>
            <a:ext cx="2202600" cy="45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 Section title orange">
  <p:cSld name="CUSTOM_3_1_1_1">
    <p:bg>
      <p:bgPr>
        <a:solidFill>
          <a:schemeClr val="dk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"/>
          <p:cNvSpPr txBox="1"/>
          <p:nvPr>
            <p:ph type="title"/>
          </p:nvPr>
        </p:nvSpPr>
        <p:spPr>
          <a:xfrm>
            <a:off x="1277550" y="1946675"/>
            <a:ext cx="6588900" cy="13575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pic>
        <p:nvPicPr>
          <p:cNvPr id="169" name="Google Shape;169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41543" y="4773547"/>
            <a:ext cx="193741" cy="193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 Section title blue">
  <p:cSld name="CUSTOM_3_1_1_1_1">
    <p:bg>
      <p:bgPr>
        <a:solidFill>
          <a:schemeClr val="lt2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"/>
          <p:cNvSpPr txBox="1"/>
          <p:nvPr>
            <p:ph type="title"/>
          </p:nvPr>
        </p:nvSpPr>
        <p:spPr>
          <a:xfrm>
            <a:off x="1277550" y="1946675"/>
            <a:ext cx="6588900" cy="1357500"/>
          </a:xfrm>
          <a:prstGeom prst="rect">
            <a:avLst/>
          </a:prstGeom>
          <a:noFill/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 Title + body text">
  <p:cSld name="CUSTOM_4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4" name="Google Shape;174;p16"/>
          <p:cNvSpPr txBox="1"/>
          <p:nvPr>
            <p:ph idx="1" type="body"/>
          </p:nvPr>
        </p:nvSpPr>
        <p:spPr>
          <a:xfrm>
            <a:off x="602475" y="1600200"/>
            <a:ext cx="79392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 Title + body text 2">
  <p:cSld name="CUSTOM_4_1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idx="1" type="body"/>
          </p:nvPr>
        </p:nvSpPr>
        <p:spPr>
          <a:xfrm>
            <a:off x="602475" y="1600200"/>
            <a:ext cx="36861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178" name="Google Shape;178;p17"/>
          <p:cNvSpPr txBox="1"/>
          <p:nvPr>
            <p:ph idx="2" type="body"/>
          </p:nvPr>
        </p:nvSpPr>
        <p:spPr>
          <a:xfrm>
            <a:off x="4855450" y="1600200"/>
            <a:ext cx="36861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 Title + body text 3">
  <p:cSld name="CUSTOM_4_1_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8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1" name="Google Shape;181;p18"/>
          <p:cNvSpPr txBox="1"/>
          <p:nvPr>
            <p:ph idx="1" type="body"/>
          </p:nvPr>
        </p:nvSpPr>
        <p:spPr>
          <a:xfrm>
            <a:off x="602475" y="1600200"/>
            <a:ext cx="25920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182" name="Google Shape;182;p18"/>
          <p:cNvSpPr txBox="1"/>
          <p:nvPr>
            <p:ph idx="2" type="body"/>
          </p:nvPr>
        </p:nvSpPr>
        <p:spPr>
          <a:xfrm>
            <a:off x="3275850" y="1600200"/>
            <a:ext cx="25923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183" name="Google Shape;183;p18"/>
          <p:cNvSpPr txBox="1"/>
          <p:nvPr>
            <p:ph idx="3" type="body"/>
          </p:nvPr>
        </p:nvSpPr>
        <p:spPr>
          <a:xfrm>
            <a:off x="5949525" y="1600200"/>
            <a:ext cx="25923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 Title + body blue 1">
  <p:cSld name="CUSTOM_4_1_1_1">
    <p:bg>
      <p:bgPr>
        <a:solidFill>
          <a:schemeClr val="dk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9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6" name="Google Shape;186;p19"/>
          <p:cNvSpPr txBox="1"/>
          <p:nvPr>
            <p:ph idx="1" type="body"/>
          </p:nvPr>
        </p:nvSpPr>
        <p:spPr>
          <a:xfrm>
            <a:off x="602475" y="1600200"/>
            <a:ext cx="79392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>
                <a:solidFill>
                  <a:schemeClr val="lt1"/>
                </a:solidFill>
              </a:defRPr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>
                <a:solidFill>
                  <a:schemeClr val="lt1"/>
                </a:solidFill>
              </a:defRPr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 Title + body blue 2">
  <p:cSld name="CUSTOM_4_1_1_1_2">
    <p:bg>
      <p:bgPr>
        <a:solidFill>
          <a:schemeClr val="dk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9" name="Google Shape;189;p20"/>
          <p:cNvSpPr txBox="1"/>
          <p:nvPr>
            <p:ph idx="1" type="body"/>
          </p:nvPr>
        </p:nvSpPr>
        <p:spPr>
          <a:xfrm>
            <a:off x="602475" y="1600200"/>
            <a:ext cx="36864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>
                <a:solidFill>
                  <a:schemeClr val="lt1"/>
                </a:solidFill>
              </a:defRPr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>
                <a:solidFill>
                  <a:schemeClr val="lt1"/>
                </a:solidFill>
              </a:defRPr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0" name="Google Shape;190;p20"/>
          <p:cNvSpPr txBox="1"/>
          <p:nvPr>
            <p:ph idx="2" type="body"/>
          </p:nvPr>
        </p:nvSpPr>
        <p:spPr>
          <a:xfrm>
            <a:off x="4855300" y="1600200"/>
            <a:ext cx="36864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>
                <a:solidFill>
                  <a:schemeClr val="lt1"/>
                </a:solidFill>
              </a:defRPr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>
                <a:solidFill>
                  <a:schemeClr val="lt1"/>
                </a:solidFill>
              </a:defRPr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 Title + body blue 3">
  <p:cSld name="CUSTOM_4_1_1_1_1">
    <p:bg>
      <p:bgPr>
        <a:solidFill>
          <a:schemeClr val="dk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3" name="Google Shape;193;p21"/>
          <p:cNvSpPr txBox="1"/>
          <p:nvPr>
            <p:ph idx="1" type="body"/>
          </p:nvPr>
        </p:nvSpPr>
        <p:spPr>
          <a:xfrm>
            <a:off x="602475" y="1600200"/>
            <a:ext cx="25920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>
                <a:solidFill>
                  <a:schemeClr val="lt1"/>
                </a:solidFill>
              </a:defRPr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>
                <a:solidFill>
                  <a:schemeClr val="lt1"/>
                </a:solidFill>
              </a:defRPr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4" name="Google Shape;194;p21"/>
          <p:cNvSpPr txBox="1"/>
          <p:nvPr>
            <p:ph idx="2" type="body"/>
          </p:nvPr>
        </p:nvSpPr>
        <p:spPr>
          <a:xfrm>
            <a:off x="3275850" y="1600200"/>
            <a:ext cx="25923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>
                <a:solidFill>
                  <a:schemeClr val="lt1"/>
                </a:solidFill>
              </a:defRPr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>
                <a:solidFill>
                  <a:schemeClr val="lt1"/>
                </a:solidFill>
              </a:defRPr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5" name="Google Shape;195;p21"/>
          <p:cNvSpPr txBox="1"/>
          <p:nvPr>
            <p:ph idx="3" type="body"/>
          </p:nvPr>
        </p:nvSpPr>
        <p:spPr>
          <a:xfrm>
            <a:off x="5949525" y="1600200"/>
            <a:ext cx="25923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>
                <a:solidFill>
                  <a:schemeClr val="lt1"/>
                </a:solidFill>
              </a:defRPr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>
                <a:solidFill>
                  <a:schemeClr val="lt1"/>
                </a:solidFill>
              </a:defRPr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 Title + body orange 1">
  <p:cSld name="CUSTOM_4_1_1_1_3">
    <p:bg>
      <p:bgPr>
        <a:solidFill>
          <a:schemeClr val="accent3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8" name="Google Shape;198;p22"/>
          <p:cNvSpPr txBox="1"/>
          <p:nvPr>
            <p:ph idx="1" type="body"/>
          </p:nvPr>
        </p:nvSpPr>
        <p:spPr>
          <a:xfrm>
            <a:off x="602475" y="1600200"/>
            <a:ext cx="79392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 Title + body orange 2">
  <p:cSld name="CUSTOM_4_1_1_1_2_1">
    <p:bg>
      <p:bgPr>
        <a:solidFill>
          <a:schemeClr val="accent3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3"/>
          <p:cNvSpPr txBox="1"/>
          <p:nvPr>
            <p:ph idx="1" type="body"/>
          </p:nvPr>
        </p:nvSpPr>
        <p:spPr>
          <a:xfrm>
            <a:off x="602475" y="1600200"/>
            <a:ext cx="36864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800"/>
              <a:buChar char="•"/>
              <a:defRPr/>
            </a:lvl9pPr>
          </a:lstStyle>
          <a:p/>
        </p:txBody>
      </p:sp>
      <p:sp>
        <p:nvSpPr>
          <p:cNvPr id="202" name="Google Shape;202;p23"/>
          <p:cNvSpPr txBox="1"/>
          <p:nvPr>
            <p:ph idx="2" type="body"/>
          </p:nvPr>
        </p:nvSpPr>
        <p:spPr>
          <a:xfrm>
            <a:off x="4855300" y="1600200"/>
            <a:ext cx="36864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 Title + body orange 3">
  <p:cSld name="CUSTOM_4_1_1_1_1_1">
    <p:bg>
      <p:bgPr>
        <a:solidFill>
          <a:schemeClr val="accent3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4"/>
          <p:cNvSpPr txBox="1"/>
          <p:nvPr>
            <p:ph idx="1" type="body"/>
          </p:nvPr>
        </p:nvSpPr>
        <p:spPr>
          <a:xfrm>
            <a:off x="602475" y="1600200"/>
            <a:ext cx="25920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800"/>
              <a:buChar char="•"/>
              <a:defRPr/>
            </a:lvl9pPr>
          </a:lstStyle>
          <a:p/>
        </p:txBody>
      </p:sp>
      <p:sp>
        <p:nvSpPr>
          <p:cNvPr id="206" name="Google Shape;206;p24"/>
          <p:cNvSpPr txBox="1"/>
          <p:nvPr>
            <p:ph idx="2" type="body"/>
          </p:nvPr>
        </p:nvSpPr>
        <p:spPr>
          <a:xfrm>
            <a:off x="3275850" y="1600200"/>
            <a:ext cx="25923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800"/>
              <a:buChar char="•"/>
              <a:defRPr/>
            </a:lvl9pPr>
          </a:lstStyle>
          <a:p/>
        </p:txBody>
      </p:sp>
      <p:sp>
        <p:nvSpPr>
          <p:cNvPr id="207" name="Google Shape;207;p24"/>
          <p:cNvSpPr txBox="1"/>
          <p:nvPr>
            <p:ph idx="3" type="body"/>
          </p:nvPr>
        </p:nvSpPr>
        <p:spPr>
          <a:xfrm>
            <a:off x="5949525" y="1600200"/>
            <a:ext cx="25923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3 Title, body text + photo right">
  <p:cSld name="CUSTOM_5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 txBox="1"/>
          <p:nvPr>
            <p:ph type="title"/>
          </p:nvPr>
        </p:nvSpPr>
        <p:spPr>
          <a:xfrm>
            <a:off x="602459" y="604275"/>
            <a:ext cx="2924100" cy="5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0" name="Google Shape;210;p25"/>
          <p:cNvSpPr txBox="1"/>
          <p:nvPr>
            <p:ph idx="1" type="body"/>
          </p:nvPr>
        </p:nvSpPr>
        <p:spPr>
          <a:xfrm>
            <a:off x="602456" y="1600200"/>
            <a:ext cx="25821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211" name="Google Shape;211;p25"/>
          <p:cNvSpPr/>
          <p:nvPr>
            <p:ph idx="2" type="pic"/>
          </p:nvPr>
        </p:nvSpPr>
        <p:spPr>
          <a:xfrm>
            <a:off x="3950500" y="-80200"/>
            <a:ext cx="5283000" cy="4623600"/>
          </a:xfrm>
          <a:prstGeom prst="roundRect">
            <a:avLst>
              <a:gd fmla="val 685" name="adj"/>
            </a:avLst>
          </a:prstGeom>
          <a:solidFill>
            <a:srgbClr val="F2F2F2"/>
          </a:solidFill>
          <a:ln>
            <a:noFill/>
          </a:ln>
          <a:effectLst>
            <a:outerShdw blurRad="42863" rotWithShape="0" algn="bl" dist="14288">
              <a:srgbClr val="000000">
                <a:alpha val="0"/>
              </a:srgbClr>
            </a:outerShdw>
            <a:reflection blurRad="0" dir="5400000" dist="28575" endA="0" endPos="1000" fadeDir="5400012" kx="0" rotWithShape="0" algn="bl" stA="0" stPos="0" sy="-100000" ky="0"/>
          </a:effectLst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Title, body text + photo left">
  <p:cSld name="CUSTOM_5_1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/>
          <p:nvPr>
            <p:ph type="title"/>
          </p:nvPr>
        </p:nvSpPr>
        <p:spPr>
          <a:xfrm>
            <a:off x="5617446" y="604275"/>
            <a:ext cx="2924100" cy="5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4" name="Google Shape;214;p26"/>
          <p:cNvSpPr txBox="1"/>
          <p:nvPr>
            <p:ph idx="1" type="body"/>
          </p:nvPr>
        </p:nvSpPr>
        <p:spPr>
          <a:xfrm>
            <a:off x="5627313" y="1600200"/>
            <a:ext cx="25821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215" name="Google Shape;215;p26"/>
          <p:cNvSpPr/>
          <p:nvPr>
            <p:ph idx="2" type="pic"/>
          </p:nvPr>
        </p:nvSpPr>
        <p:spPr>
          <a:xfrm>
            <a:off x="-76764" y="-80200"/>
            <a:ext cx="5283000" cy="4623600"/>
          </a:xfrm>
          <a:prstGeom prst="roundRect">
            <a:avLst>
              <a:gd fmla="val 685" name="adj"/>
            </a:avLst>
          </a:prstGeom>
          <a:solidFill>
            <a:srgbClr val="F2F2F2"/>
          </a:solidFill>
          <a:ln>
            <a:noFill/>
          </a:ln>
          <a:effectLst>
            <a:outerShdw blurRad="42863" rotWithShape="0" algn="bl" dist="14288">
              <a:srgbClr val="000000">
                <a:alpha val="0"/>
              </a:srgbClr>
            </a:outerShdw>
            <a:reflection blurRad="0" dir="5400000" dist="28575" endA="0" endPos="1000" fadeDir="5400012" kx="0" rotWithShape="0" algn="bl" stA="0" stPos="0" sy="-100000" ky="0"/>
          </a:effectLst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6 Title, two body text + photo right">
  <p:cSld name="CUSTOM_5_1_1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"/>
          <p:cNvSpPr txBox="1"/>
          <p:nvPr>
            <p:ph type="title"/>
          </p:nvPr>
        </p:nvSpPr>
        <p:spPr>
          <a:xfrm>
            <a:off x="3950500" y="604275"/>
            <a:ext cx="4591200" cy="5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8" name="Google Shape;218;p27"/>
          <p:cNvSpPr txBox="1"/>
          <p:nvPr>
            <p:ph idx="1" type="body"/>
          </p:nvPr>
        </p:nvSpPr>
        <p:spPr>
          <a:xfrm>
            <a:off x="3950862" y="1600200"/>
            <a:ext cx="19338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219" name="Google Shape;219;p27"/>
          <p:cNvSpPr/>
          <p:nvPr>
            <p:ph idx="2" type="pic"/>
          </p:nvPr>
        </p:nvSpPr>
        <p:spPr>
          <a:xfrm>
            <a:off x="618725" y="600075"/>
            <a:ext cx="2592000" cy="3943200"/>
          </a:xfrm>
          <a:prstGeom prst="roundRect">
            <a:avLst>
              <a:gd fmla="val 685" name="adj"/>
            </a:avLst>
          </a:prstGeom>
          <a:solidFill>
            <a:srgbClr val="F2F2F2"/>
          </a:solidFill>
          <a:ln>
            <a:noFill/>
          </a:ln>
          <a:effectLst>
            <a:outerShdw blurRad="42863" rotWithShape="0" algn="bl" dist="14288">
              <a:srgbClr val="000000">
                <a:alpha val="0"/>
              </a:srgbClr>
            </a:outerShdw>
            <a:reflection blurRad="0" dir="5400000" dist="28575" endA="0" endPos="1000" fadeDir="5400012" kx="0" rotWithShape="0" algn="bl" stA="0" stPos="0" sy="-100000" ky="0"/>
          </a:effectLst>
        </p:spPr>
      </p:sp>
      <p:sp>
        <p:nvSpPr>
          <p:cNvPr id="220" name="Google Shape;220;p27"/>
          <p:cNvSpPr txBox="1"/>
          <p:nvPr>
            <p:ph idx="3" type="body"/>
          </p:nvPr>
        </p:nvSpPr>
        <p:spPr>
          <a:xfrm>
            <a:off x="6269479" y="1600200"/>
            <a:ext cx="19338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5 Title, two body text + photo left">
  <p:cSld name="CUSTOM_5_1_1_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8"/>
          <p:cNvSpPr txBox="1"/>
          <p:nvPr>
            <p:ph type="title"/>
          </p:nvPr>
        </p:nvSpPr>
        <p:spPr>
          <a:xfrm>
            <a:off x="602475" y="604275"/>
            <a:ext cx="4591200" cy="5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3" name="Google Shape;223;p28"/>
          <p:cNvSpPr txBox="1"/>
          <p:nvPr>
            <p:ph idx="1" type="body"/>
          </p:nvPr>
        </p:nvSpPr>
        <p:spPr>
          <a:xfrm>
            <a:off x="602456" y="1600200"/>
            <a:ext cx="19338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224" name="Google Shape;224;p28"/>
          <p:cNvSpPr/>
          <p:nvPr>
            <p:ph idx="2" type="pic"/>
          </p:nvPr>
        </p:nvSpPr>
        <p:spPr>
          <a:xfrm>
            <a:off x="5949575" y="600075"/>
            <a:ext cx="2592000" cy="3943200"/>
          </a:xfrm>
          <a:prstGeom prst="roundRect">
            <a:avLst>
              <a:gd fmla="val 685" name="adj"/>
            </a:avLst>
          </a:prstGeom>
          <a:solidFill>
            <a:srgbClr val="F2F2F2"/>
          </a:solidFill>
          <a:ln>
            <a:noFill/>
          </a:ln>
          <a:effectLst>
            <a:outerShdw blurRad="42863" rotWithShape="0" algn="bl" dist="14288">
              <a:srgbClr val="000000">
                <a:alpha val="0"/>
              </a:srgbClr>
            </a:outerShdw>
            <a:reflection blurRad="0" dir="5400000" dist="28575" endA="0" endPos="1000" fadeDir="5400012" kx="0" rotWithShape="0" algn="bl" stA="0" stPos="0" sy="-100000" ky="0"/>
          </a:effectLst>
        </p:spPr>
      </p:sp>
      <p:sp>
        <p:nvSpPr>
          <p:cNvPr id="225" name="Google Shape;225;p28"/>
          <p:cNvSpPr txBox="1"/>
          <p:nvPr>
            <p:ph idx="3" type="body"/>
          </p:nvPr>
        </p:nvSpPr>
        <p:spPr>
          <a:xfrm>
            <a:off x="2938815" y="1600200"/>
            <a:ext cx="19335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7 Big photo">
  <p:cSld name="CUSTOM_6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9"/>
          <p:cNvSpPr/>
          <p:nvPr>
            <p:ph idx="2" type="pic"/>
          </p:nvPr>
        </p:nvSpPr>
        <p:spPr>
          <a:xfrm>
            <a:off x="602475" y="600075"/>
            <a:ext cx="7939200" cy="3943200"/>
          </a:xfrm>
          <a:prstGeom prst="roundRect">
            <a:avLst>
              <a:gd fmla="val 685" name="adj"/>
            </a:avLst>
          </a:prstGeom>
          <a:solidFill>
            <a:srgbClr val="F2F2F2"/>
          </a:solidFill>
          <a:ln>
            <a:noFill/>
          </a:ln>
          <a:effectLst>
            <a:outerShdw rotWithShape="0" algn="bl">
              <a:srgbClr val="000000">
                <a:alpha val="0"/>
              </a:srgbClr>
            </a:outerShdw>
            <a:reflection blurRad="0" dir="0" dist="0" endA="0" endPos="1000" fadeDir="5400012" kx="0" rotWithShape="0" algn="bl" stA="0" stPos="0" sy="-100000" ky="0"/>
          </a:effectLst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 Titel + body + highlights orange">
  <p:cSld name="CUSTOM_7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0"/>
          <p:cNvSpPr txBox="1"/>
          <p:nvPr>
            <p:ph type="title"/>
          </p:nvPr>
        </p:nvSpPr>
        <p:spPr>
          <a:xfrm>
            <a:off x="602463" y="604275"/>
            <a:ext cx="5266200" cy="5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0" name="Google Shape;230;p30"/>
          <p:cNvSpPr/>
          <p:nvPr/>
        </p:nvSpPr>
        <p:spPr>
          <a:xfrm>
            <a:off x="6245163" y="-101175"/>
            <a:ext cx="2971800" cy="4644600"/>
          </a:xfrm>
          <a:prstGeom prst="roundRect">
            <a:avLst>
              <a:gd fmla="val 943" name="adj"/>
            </a:avLst>
          </a:prstGeom>
          <a:solidFill>
            <a:schemeClr val="accent3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1" name="Google Shape;231;p30"/>
          <p:cNvSpPr txBox="1"/>
          <p:nvPr>
            <p:ph idx="1" type="subTitle"/>
          </p:nvPr>
        </p:nvSpPr>
        <p:spPr>
          <a:xfrm>
            <a:off x="602456" y="1600200"/>
            <a:ext cx="3916500" cy="19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1pPr>
            <a:lvl2pPr lvl="1"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/>
            </a:lvl9pPr>
          </a:lstStyle>
          <a:p/>
        </p:txBody>
      </p:sp>
      <p:sp>
        <p:nvSpPr>
          <p:cNvPr id="232" name="Google Shape;232;p30"/>
          <p:cNvSpPr txBox="1"/>
          <p:nvPr>
            <p:ph idx="2" type="body"/>
          </p:nvPr>
        </p:nvSpPr>
        <p:spPr>
          <a:xfrm>
            <a:off x="602456" y="1905000"/>
            <a:ext cx="3916500" cy="26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233" name="Google Shape;233;p30"/>
          <p:cNvSpPr txBox="1"/>
          <p:nvPr>
            <p:ph idx="3" type="subTitle"/>
          </p:nvPr>
        </p:nvSpPr>
        <p:spPr>
          <a:xfrm>
            <a:off x="6516363" y="694373"/>
            <a:ext cx="2024100" cy="19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4" name="Google Shape;234;p30"/>
          <p:cNvSpPr txBox="1"/>
          <p:nvPr>
            <p:ph idx="4" type="subTitle"/>
          </p:nvPr>
        </p:nvSpPr>
        <p:spPr>
          <a:xfrm>
            <a:off x="6516363" y="853040"/>
            <a:ext cx="2024100" cy="42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80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35" name="Google Shape;235;p30"/>
          <p:cNvSpPr txBox="1"/>
          <p:nvPr>
            <p:ph idx="5" type="subTitle"/>
          </p:nvPr>
        </p:nvSpPr>
        <p:spPr>
          <a:xfrm>
            <a:off x="6516363" y="1846260"/>
            <a:ext cx="2024100" cy="19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6" name="Google Shape;236;p30"/>
          <p:cNvSpPr txBox="1"/>
          <p:nvPr>
            <p:ph idx="6" type="subTitle"/>
          </p:nvPr>
        </p:nvSpPr>
        <p:spPr>
          <a:xfrm>
            <a:off x="6516363" y="2004928"/>
            <a:ext cx="2024100" cy="42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80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37" name="Google Shape;237;p30"/>
          <p:cNvSpPr txBox="1"/>
          <p:nvPr>
            <p:ph idx="7" type="subTitle"/>
          </p:nvPr>
        </p:nvSpPr>
        <p:spPr>
          <a:xfrm>
            <a:off x="6516363" y="3112298"/>
            <a:ext cx="2024100" cy="19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8" name="Google Shape;238;p30"/>
          <p:cNvSpPr txBox="1"/>
          <p:nvPr>
            <p:ph idx="8" type="subTitle"/>
          </p:nvPr>
        </p:nvSpPr>
        <p:spPr>
          <a:xfrm>
            <a:off x="6516363" y="3270965"/>
            <a:ext cx="2024100" cy="42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80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9 Titel + body + highlights blue">
  <p:cSld name="CUSTOM_7_3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 txBox="1"/>
          <p:nvPr>
            <p:ph type="title"/>
          </p:nvPr>
        </p:nvSpPr>
        <p:spPr>
          <a:xfrm>
            <a:off x="602463" y="604275"/>
            <a:ext cx="5266200" cy="5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1" name="Google Shape;241;p31"/>
          <p:cNvSpPr/>
          <p:nvPr/>
        </p:nvSpPr>
        <p:spPr>
          <a:xfrm>
            <a:off x="6245163" y="-101175"/>
            <a:ext cx="2971800" cy="4644600"/>
          </a:xfrm>
          <a:prstGeom prst="roundRect">
            <a:avLst>
              <a:gd fmla="val 943" name="adj"/>
            </a:avLst>
          </a:prstGeom>
          <a:solidFill>
            <a:schemeClr val="dk1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2" name="Google Shape;242;p31"/>
          <p:cNvSpPr txBox="1"/>
          <p:nvPr>
            <p:ph idx="1" type="subTitle"/>
          </p:nvPr>
        </p:nvSpPr>
        <p:spPr>
          <a:xfrm>
            <a:off x="602456" y="1600200"/>
            <a:ext cx="3916500" cy="19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1pPr>
            <a:lvl2pPr lvl="1"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/>
            </a:lvl9pPr>
          </a:lstStyle>
          <a:p/>
        </p:txBody>
      </p:sp>
      <p:sp>
        <p:nvSpPr>
          <p:cNvPr id="243" name="Google Shape;243;p31"/>
          <p:cNvSpPr txBox="1"/>
          <p:nvPr>
            <p:ph idx="2" type="body"/>
          </p:nvPr>
        </p:nvSpPr>
        <p:spPr>
          <a:xfrm>
            <a:off x="602456" y="1905000"/>
            <a:ext cx="3916500" cy="26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244" name="Google Shape;244;p31"/>
          <p:cNvSpPr txBox="1"/>
          <p:nvPr>
            <p:ph idx="3" type="subTitle"/>
          </p:nvPr>
        </p:nvSpPr>
        <p:spPr>
          <a:xfrm>
            <a:off x="6516363" y="694373"/>
            <a:ext cx="2024100" cy="19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5" name="Google Shape;245;p31"/>
          <p:cNvSpPr txBox="1"/>
          <p:nvPr>
            <p:ph idx="4" type="subTitle"/>
          </p:nvPr>
        </p:nvSpPr>
        <p:spPr>
          <a:xfrm>
            <a:off x="6516363" y="853040"/>
            <a:ext cx="2024100" cy="42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6" name="Google Shape;246;p31"/>
          <p:cNvSpPr txBox="1"/>
          <p:nvPr>
            <p:ph idx="5" type="subTitle"/>
          </p:nvPr>
        </p:nvSpPr>
        <p:spPr>
          <a:xfrm>
            <a:off x="6516363" y="1846260"/>
            <a:ext cx="2024100" cy="19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7" name="Google Shape;247;p31"/>
          <p:cNvSpPr txBox="1"/>
          <p:nvPr>
            <p:ph idx="6" type="subTitle"/>
          </p:nvPr>
        </p:nvSpPr>
        <p:spPr>
          <a:xfrm>
            <a:off x="6516363" y="2004928"/>
            <a:ext cx="2024100" cy="42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8" name="Google Shape;248;p31"/>
          <p:cNvSpPr txBox="1"/>
          <p:nvPr>
            <p:ph idx="7" type="subTitle"/>
          </p:nvPr>
        </p:nvSpPr>
        <p:spPr>
          <a:xfrm>
            <a:off x="6516363" y="3112298"/>
            <a:ext cx="2024100" cy="19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9" name="Google Shape;249;p31"/>
          <p:cNvSpPr txBox="1"/>
          <p:nvPr>
            <p:ph idx="8" type="subTitle"/>
          </p:nvPr>
        </p:nvSpPr>
        <p:spPr>
          <a:xfrm>
            <a:off x="6516363" y="3270965"/>
            <a:ext cx="2024100" cy="42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0 Titel + body + 4 highlight boxes">
  <p:cSld name="CUSTOM_7_2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2"/>
          <p:cNvSpPr txBox="1"/>
          <p:nvPr>
            <p:ph type="title"/>
          </p:nvPr>
        </p:nvSpPr>
        <p:spPr>
          <a:xfrm>
            <a:off x="602463" y="604275"/>
            <a:ext cx="36387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2" name="Google Shape;252;p32"/>
          <p:cNvSpPr/>
          <p:nvPr/>
        </p:nvSpPr>
        <p:spPr>
          <a:xfrm>
            <a:off x="4849975" y="1600200"/>
            <a:ext cx="1824000" cy="1228800"/>
          </a:xfrm>
          <a:prstGeom prst="roundRect">
            <a:avLst>
              <a:gd fmla="val 943" name="adj"/>
            </a:avLst>
          </a:prstGeom>
          <a:solidFill>
            <a:schemeClr val="dk1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3" name="Google Shape;253;p32"/>
          <p:cNvSpPr txBox="1"/>
          <p:nvPr>
            <p:ph idx="1" type="subTitle"/>
          </p:nvPr>
        </p:nvSpPr>
        <p:spPr>
          <a:xfrm>
            <a:off x="602456" y="1600200"/>
            <a:ext cx="3916500" cy="19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1pPr>
            <a:lvl2pPr lvl="1"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/>
            </a:lvl9pPr>
          </a:lstStyle>
          <a:p/>
        </p:txBody>
      </p:sp>
      <p:sp>
        <p:nvSpPr>
          <p:cNvPr id="254" name="Google Shape;254;p32"/>
          <p:cNvSpPr txBox="1"/>
          <p:nvPr>
            <p:ph idx="2" type="body"/>
          </p:nvPr>
        </p:nvSpPr>
        <p:spPr>
          <a:xfrm>
            <a:off x="602456" y="1905000"/>
            <a:ext cx="3916500" cy="26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255" name="Google Shape;255;p32"/>
          <p:cNvSpPr/>
          <p:nvPr/>
        </p:nvSpPr>
        <p:spPr>
          <a:xfrm>
            <a:off x="6716463" y="1600200"/>
            <a:ext cx="1824000" cy="1228800"/>
          </a:xfrm>
          <a:prstGeom prst="roundRect">
            <a:avLst>
              <a:gd fmla="val 943" name="adj"/>
            </a:avLst>
          </a:prstGeom>
          <a:solidFill>
            <a:schemeClr val="lt2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6" name="Google Shape;256;p32"/>
          <p:cNvSpPr/>
          <p:nvPr/>
        </p:nvSpPr>
        <p:spPr>
          <a:xfrm>
            <a:off x="4849975" y="2860525"/>
            <a:ext cx="1824000" cy="1228800"/>
          </a:xfrm>
          <a:prstGeom prst="roundRect">
            <a:avLst>
              <a:gd fmla="val 943" name="adj"/>
            </a:avLst>
          </a:prstGeom>
          <a:solidFill>
            <a:schemeClr val="accent3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7" name="Google Shape;257;p32"/>
          <p:cNvSpPr/>
          <p:nvPr/>
        </p:nvSpPr>
        <p:spPr>
          <a:xfrm>
            <a:off x="6716463" y="2860525"/>
            <a:ext cx="1824000" cy="1228800"/>
          </a:xfrm>
          <a:prstGeom prst="roundRect">
            <a:avLst>
              <a:gd fmla="val 943" name="adj"/>
            </a:avLst>
          </a:prstGeom>
          <a:solidFill>
            <a:schemeClr val="dk2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8" name="Google Shape;258;p32"/>
          <p:cNvSpPr txBox="1"/>
          <p:nvPr>
            <p:ph idx="3" type="subTitle"/>
          </p:nvPr>
        </p:nvSpPr>
        <p:spPr>
          <a:xfrm>
            <a:off x="4995331" y="1751425"/>
            <a:ext cx="15210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9" name="Google Shape;259;p32"/>
          <p:cNvSpPr txBox="1"/>
          <p:nvPr>
            <p:ph idx="4" type="subTitle"/>
          </p:nvPr>
        </p:nvSpPr>
        <p:spPr>
          <a:xfrm>
            <a:off x="5007619" y="2114379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0" name="Google Shape;260;p32"/>
          <p:cNvSpPr txBox="1"/>
          <p:nvPr>
            <p:ph idx="5" type="subTitle"/>
          </p:nvPr>
        </p:nvSpPr>
        <p:spPr>
          <a:xfrm>
            <a:off x="5007619" y="2317362"/>
            <a:ext cx="15210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1" name="Google Shape;261;p32"/>
          <p:cNvSpPr txBox="1"/>
          <p:nvPr>
            <p:ph idx="6" type="subTitle"/>
          </p:nvPr>
        </p:nvSpPr>
        <p:spPr>
          <a:xfrm>
            <a:off x="6861825" y="1751425"/>
            <a:ext cx="15210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/>
        </p:txBody>
      </p:sp>
      <p:sp>
        <p:nvSpPr>
          <p:cNvPr id="262" name="Google Shape;262;p32"/>
          <p:cNvSpPr txBox="1"/>
          <p:nvPr>
            <p:ph idx="7" type="subTitle"/>
          </p:nvPr>
        </p:nvSpPr>
        <p:spPr>
          <a:xfrm>
            <a:off x="6874100" y="2114379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63" name="Google Shape;263;p32"/>
          <p:cNvSpPr txBox="1"/>
          <p:nvPr>
            <p:ph idx="8" type="subTitle"/>
          </p:nvPr>
        </p:nvSpPr>
        <p:spPr>
          <a:xfrm>
            <a:off x="6874106" y="2317362"/>
            <a:ext cx="15210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264" name="Google Shape;264;p32"/>
          <p:cNvSpPr txBox="1"/>
          <p:nvPr>
            <p:ph idx="9" type="subTitle"/>
          </p:nvPr>
        </p:nvSpPr>
        <p:spPr>
          <a:xfrm>
            <a:off x="4995331" y="2995306"/>
            <a:ext cx="15210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/>
        </p:txBody>
      </p:sp>
      <p:sp>
        <p:nvSpPr>
          <p:cNvPr id="265" name="Google Shape;265;p32"/>
          <p:cNvSpPr txBox="1"/>
          <p:nvPr>
            <p:ph idx="13" type="subTitle"/>
          </p:nvPr>
        </p:nvSpPr>
        <p:spPr>
          <a:xfrm>
            <a:off x="5007619" y="3358260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66" name="Google Shape;266;p32"/>
          <p:cNvSpPr txBox="1"/>
          <p:nvPr>
            <p:ph idx="14" type="subTitle"/>
          </p:nvPr>
        </p:nvSpPr>
        <p:spPr>
          <a:xfrm>
            <a:off x="5007619" y="3561244"/>
            <a:ext cx="15210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267" name="Google Shape;267;p32"/>
          <p:cNvSpPr txBox="1"/>
          <p:nvPr>
            <p:ph idx="15" type="subTitle"/>
          </p:nvPr>
        </p:nvSpPr>
        <p:spPr>
          <a:xfrm>
            <a:off x="6861825" y="2995306"/>
            <a:ext cx="15210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32"/>
          <p:cNvSpPr txBox="1"/>
          <p:nvPr>
            <p:ph idx="16" type="subTitle"/>
          </p:nvPr>
        </p:nvSpPr>
        <p:spPr>
          <a:xfrm>
            <a:off x="6874100" y="3358260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32"/>
          <p:cNvSpPr txBox="1"/>
          <p:nvPr>
            <p:ph idx="17" type="subTitle"/>
          </p:nvPr>
        </p:nvSpPr>
        <p:spPr>
          <a:xfrm>
            <a:off x="6874106" y="3561244"/>
            <a:ext cx="15210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1 Titel + body + 6 highlight boxes">
  <p:cSld name="CUSTOM_7_2_1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3"/>
          <p:cNvSpPr txBox="1"/>
          <p:nvPr>
            <p:ph type="title"/>
          </p:nvPr>
        </p:nvSpPr>
        <p:spPr>
          <a:xfrm>
            <a:off x="602463" y="604275"/>
            <a:ext cx="36387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2" name="Google Shape;272;p33"/>
          <p:cNvSpPr/>
          <p:nvPr/>
        </p:nvSpPr>
        <p:spPr>
          <a:xfrm>
            <a:off x="4849975" y="1600200"/>
            <a:ext cx="1824000" cy="1228800"/>
          </a:xfrm>
          <a:prstGeom prst="roundRect">
            <a:avLst>
              <a:gd fmla="val 943" name="adj"/>
            </a:avLst>
          </a:prstGeom>
          <a:solidFill>
            <a:schemeClr val="dk1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3" name="Google Shape;273;p33"/>
          <p:cNvSpPr txBox="1"/>
          <p:nvPr>
            <p:ph idx="1" type="subTitle"/>
          </p:nvPr>
        </p:nvSpPr>
        <p:spPr>
          <a:xfrm>
            <a:off x="602459" y="1600200"/>
            <a:ext cx="1917000" cy="2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1pPr>
            <a:lvl2pPr lvl="1"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/>
            </a:lvl9pPr>
          </a:lstStyle>
          <a:p/>
        </p:txBody>
      </p:sp>
      <p:sp>
        <p:nvSpPr>
          <p:cNvPr id="274" name="Google Shape;274;p33"/>
          <p:cNvSpPr/>
          <p:nvPr/>
        </p:nvSpPr>
        <p:spPr>
          <a:xfrm>
            <a:off x="6716463" y="1600200"/>
            <a:ext cx="1824000" cy="1228800"/>
          </a:xfrm>
          <a:prstGeom prst="roundRect">
            <a:avLst>
              <a:gd fmla="val 943" name="adj"/>
            </a:avLst>
          </a:prstGeom>
          <a:solidFill>
            <a:schemeClr val="lt2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5" name="Google Shape;275;p33"/>
          <p:cNvSpPr/>
          <p:nvPr/>
        </p:nvSpPr>
        <p:spPr>
          <a:xfrm>
            <a:off x="4849975" y="2860525"/>
            <a:ext cx="1824000" cy="1228800"/>
          </a:xfrm>
          <a:prstGeom prst="roundRect">
            <a:avLst>
              <a:gd fmla="val 943" name="adj"/>
            </a:avLst>
          </a:prstGeom>
          <a:solidFill>
            <a:schemeClr val="lt2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6" name="Google Shape;276;p33"/>
          <p:cNvSpPr/>
          <p:nvPr/>
        </p:nvSpPr>
        <p:spPr>
          <a:xfrm>
            <a:off x="6716463" y="2860525"/>
            <a:ext cx="1824000" cy="1228800"/>
          </a:xfrm>
          <a:prstGeom prst="roundRect">
            <a:avLst>
              <a:gd fmla="val 943" name="adj"/>
            </a:avLst>
          </a:prstGeom>
          <a:solidFill>
            <a:schemeClr val="dk2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7" name="Google Shape;277;p33"/>
          <p:cNvSpPr txBox="1"/>
          <p:nvPr>
            <p:ph idx="2" type="subTitle"/>
          </p:nvPr>
        </p:nvSpPr>
        <p:spPr>
          <a:xfrm>
            <a:off x="4995331" y="1751425"/>
            <a:ext cx="15210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8" name="Google Shape;278;p33"/>
          <p:cNvSpPr txBox="1"/>
          <p:nvPr>
            <p:ph idx="3" type="subTitle"/>
          </p:nvPr>
        </p:nvSpPr>
        <p:spPr>
          <a:xfrm>
            <a:off x="5007619" y="2114379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9" name="Google Shape;279;p33"/>
          <p:cNvSpPr txBox="1"/>
          <p:nvPr>
            <p:ph idx="4" type="subTitle"/>
          </p:nvPr>
        </p:nvSpPr>
        <p:spPr>
          <a:xfrm>
            <a:off x="5007619" y="2317362"/>
            <a:ext cx="15210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0" name="Google Shape;280;p33"/>
          <p:cNvSpPr txBox="1"/>
          <p:nvPr>
            <p:ph idx="5" type="subTitle"/>
          </p:nvPr>
        </p:nvSpPr>
        <p:spPr>
          <a:xfrm>
            <a:off x="6861825" y="1751425"/>
            <a:ext cx="15210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/>
        </p:txBody>
      </p:sp>
      <p:sp>
        <p:nvSpPr>
          <p:cNvPr id="281" name="Google Shape;281;p33"/>
          <p:cNvSpPr txBox="1"/>
          <p:nvPr>
            <p:ph idx="6" type="subTitle"/>
          </p:nvPr>
        </p:nvSpPr>
        <p:spPr>
          <a:xfrm>
            <a:off x="6874100" y="2114379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82" name="Google Shape;282;p33"/>
          <p:cNvSpPr txBox="1"/>
          <p:nvPr>
            <p:ph idx="7" type="subTitle"/>
          </p:nvPr>
        </p:nvSpPr>
        <p:spPr>
          <a:xfrm>
            <a:off x="6874106" y="2317362"/>
            <a:ext cx="15210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283" name="Google Shape;283;p33"/>
          <p:cNvSpPr txBox="1"/>
          <p:nvPr>
            <p:ph idx="8" type="subTitle"/>
          </p:nvPr>
        </p:nvSpPr>
        <p:spPr>
          <a:xfrm>
            <a:off x="4995331" y="2995306"/>
            <a:ext cx="15210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/>
        </p:txBody>
      </p:sp>
      <p:sp>
        <p:nvSpPr>
          <p:cNvPr id="284" name="Google Shape;284;p33"/>
          <p:cNvSpPr txBox="1"/>
          <p:nvPr>
            <p:ph idx="9" type="subTitle"/>
          </p:nvPr>
        </p:nvSpPr>
        <p:spPr>
          <a:xfrm>
            <a:off x="5007619" y="3358260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85" name="Google Shape;285;p33"/>
          <p:cNvSpPr txBox="1"/>
          <p:nvPr>
            <p:ph idx="13" type="subTitle"/>
          </p:nvPr>
        </p:nvSpPr>
        <p:spPr>
          <a:xfrm>
            <a:off x="5007619" y="3561244"/>
            <a:ext cx="15210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286" name="Google Shape;286;p33"/>
          <p:cNvSpPr txBox="1"/>
          <p:nvPr>
            <p:ph idx="14" type="subTitle"/>
          </p:nvPr>
        </p:nvSpPr>
        <p:spPr>
          <a:xfrm>
            <a:off x="6861825" y="2995306"/>
            <a:ext cx="15210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7" name="Google Shape;287;p33"/>
          <p:cNvSpPr txBox="1"/>
          <p:nvPr>
            <p:ph idx="15" type="subTitle"/>
          </p:nvPr>
        </p:nvSpPr>
        <p:spPr>
          <a:xfrm>
            <a:off x="6874100" y="3358260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8" name="Google Shape;288;p33"/>
          <p:cNvSpPr txBox="1"/>
          <p:nvPr>
            <p:ph idx="16" type="subTitle"/>
          </p:nvPr>
        </p:nvSpPr>
        <p:spPr>
          <a:xfrm>
            <a:off x="6874106" y="3561244"/>
            <a:ext cx="15210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9" name="Google Shape;289;p33"/>
          <p:cNvSpPr/>
          <p:nvPr/>
        </p:nvSpPr>
        <p:spPr>
          <a:xfrm>
            <a:off x="2983488" y="1600200"/>
            <a:ext cx="1824000" cy="1228800"/>
          </a:xfrm>
          <a:prstGeom prst="roundRect">
            <a:avLst>
              <a:gd fmla="val 943" name="adj"/>
            </a:avLst>
          </a:prstGeom>
          <a:solidFill>
            <a:schemeClr val="accent3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0" name="Google Shape;290;p33"/>
          <p:cNvSpPr/>
          <p:nvPr/>
        </p:nvSpPr>
        <p:spPr>
          <a:xfrm>
            <a:off x="2983488" y="2860525"/>
            <a:ext cx="1824000" cy="1228800"/>
          </a:xfrm>
          <a:prstGeom prst="roundRect">
            <a:avLst>
              <a:gd fmla="val 943" name="adj"/>
            </a:avLst>
          </a:prstGeom>
          <a:solidFill>
            <a:schemeClr val="dk2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1" name="Google Shape;291;p33"/>
          <p:cNvSpPr txBox="1"/>
          <p:nvPr>
            <p:ph idx="17" type="subTitle"/>
          </p:nvPr>
        </p:nvSpPr>
        <p:spPr>
          <a:xfrm>
            <a:off x="3128850" y="1751425"/>
            <a:ext cx="15210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33"/>
          <p:cNvSpPr txBox="1"/>
          <p:nvPr>
            <p:ph idx="18" type="subTitle"/>
          </p:nvPr>
        </p:nvSpPr>
        <p:spPr>
          <a:xfrm>
            <a:off x="3141125" y="2114379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93" name="Google Shape;293;p33"/>
          <p:cNvSpPr txBox="1"/>
          <p:nvPr>
            <p:ph idx="19" type="subTitle"/>
          </p:nvPr>
        </p:nvSpPr>
        <p:spPr>
          <a:xfrm>
            <a:off x="3141131" y="2317362"/>
            <a:ext cx="15210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294" name="Google Shape;294;p33"/>
          <p:cNvSpPr txBox="1"/>
          <p:nvPr>
            <p:ph idx="20" type="subTitle"/>
          </p:nvPr>
        </p:nvSpPr>
        <p:spPr>
          <a:xfrm>
            <a:off x="3128850" y="2995306"/>
            <a:ext cx="15210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5" name="Google Shape;295;p33"/>
          <p:cNvSpPr txBox="1"/>
          <p:nvPr>
            <p:ph idx="21" type="subTitle"/>
          </p:nvPr>
        </p:nvSpPr>
        <p:spPr>
          <a:xfrm>
            <a:off x="3141125" y="3358260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6" name="Google Shape;296;p33"/>
          <p:cNvSpPr txBox="1"/>
          <p:nvPr>
            <p:ph idx="22" type="subTitle"/>
          </p:nvPr>
        </p:nvSpPr>
        <p:spPr>
          <a:xfrm>
            <a:off x="3141131" y="3561244"/>
            <a:ext cx="15210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7" name="Google Shape;297;p33"/>
          <p:cNvSpPr txBox="1"/>
          <p:nvPr>
            <p:ph idx="23" type="body"/>
          </p:nvPr>
        </p:nvSpPr>
        <p:spPr>
          <a:xfrm>
            <a:off x="602459" y="1905000"/>
            <a:ext cx="1998000" cy="26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2 Titel + 3 boxes">
  <p:cSld name="CUSTOM_7_2_1_1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4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0" name="Google Shape;300;p34"/>
          <p:cNvSpPr/>
          <p:nvPr/>
        </p:nvSpPr>
        <p:spPr>
          <a:xfrm>
            <a:off x="602463" y="1600200"/>
            <a:ext cx="1917000" cy="2119500"/>
          </a:xfrm>
          <a:prstGeom prst="roundRect">
            <a:avLst>
              <a:gd fmla="val 943" name="adj"/>
            </a:avLst>
          </a:prstGeom>
          <a:solidFill>
            <a:schemeClr val="dk1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1" name="Google Shape;301;p34"/>
          <p:cNvSpPr txBox="1"/>
          <p:nvPr>
            <p:ph idx="1" type="subTitle"/>
          </p:nvPr>
        </p:nvSpPr>
        <p:spPr>
          <a:xfrm>
            <a:off x="800381" y="1802075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2" name="Google Shape;302;p34"/>
          <p:cNvSpPr txBox="1"/>
          <p:nvPr>
            <p:ph idx="2" type="subTitle"/>
          </p:nvPr>
        </p:nvSpPr>
        <p:spPr>
          <a:xfrm>
            <a:off x="800388" y="2072801"/>
            <a:ext cx="1521000" cy="142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3" name="Google Shape;303;p34"/>
          <p:cNvSpPr/>
          <p:nvPr/>
        </p:nvSpPr>
        <p:spPr>
          <a:xfrm>
            <a:off x="2600325" y="1600200"/>
            <a:ext cx="1917000" cy="2119500"/>
          </a:xfrm>
          <a:prstGeom prst="roundRect">
            <a:avLst>
              <a:gd fmla="val 943" name="adj"/>
            </a:avLst>
          </a:prstGeom>
          <a:solidFill>
            <a:schemeClr val="dk2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4" name="Google Shape;304;p34"/>
          <p:cNvSpPr txBox="1"/>
          <p:nvPr>
            <p:ph idx="3" type="subTitle"/>
          </p:nvPr>
        </p:nvSpPr>
        <p:spPr>
          <a:xfrm>
            <a:off x="2798244" y="1802075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5" name="Google Shape;305;p34"/>
          <p:cNvSpPr txBox="1"/>
          <p:nvPr>
            <p:ph idx="4" type="subTitle"/>
          </p:nvPr>
        </p:nvSpPr>
        <p:spPr>
          <a:xfrm>
            <a:off x="2798250" y="2072801"/>
            <a:ext cx="1521000" cy="142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6" name="Google Shape;306;p34"/>
          <p:cNvSpPr/>
          <p:nvPr/>
        </p:nvSpPr>
        <p:spPr>
          <a:xfrm>
            <a:off x="4625575" y="1600200"/>
            <a:ext cx="1917000" cy="2119500"/>
          </a:xfrm>
          <a:prstGeom prst="roundRect">
            <a:avLst>
              <a:gd fmla="val 943" name="adj"/>
            </a:avLst>
          </a:prstGeom>
          <a:solidFill>
            <a:schemeClr val="accent3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7" name="Google Shape;307;p34"/>
          <p:cNvSpPr txBox="1"/>
          <p:nvPr>
            <p:ph idx="5" type="subTitle"/>
          </p:nvPr>
        </p:nvSpPr>
        <p:spPr>
          <a:xfrm>
            <a:off x="4823494" y="1802075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None/>
              <a:defRPr b="1" sz="1000"/>
            </a:lvl9pPr>
          </a:lstStyle>
          <a:p/>
        </p:txBody>
      </p:sp>
      <p:sp>
        <p:nvSpPr>
          <p:cNvPr id="308" name="Google Shape;308;p34"/>
          <p:cNvSpPr txBox="1"/>
          <p:nvPr>
            <p:ph idx="6" type="subTitle"/>
          </p:nvPr>
        </p:nvSpPr>
        <p:spPr>
          <a:xfrm>
            <a:off x="4823500" y="2072801"/>
            <a:ext cx="1521000" cy="142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 Titel + 4 boxes">
  <p:cSld name="CUSTOM_7_2_1_1_1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5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1" name="Google Shape;311;p35"/>
          <p:cNvSpPr/>
          <p:nvPr/>
        </p:nvSpPr>
        <p:spPr>
          <a:xfrm>
            <a:off x="602463" y="1600200"/>
            <a:ext cx="1917000" cy="2119500"/>
          </a:xfrm>
          <a:prstGeom prst="roundRect">
            <a:avLst>
              <a:gd fmla="val 943" name="adj"/>
            </a:avLst>
          </a:prstGeom>
          <a:solidFill>
            <a:schemeClr val="dk1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2" name="Google Shape;312;p35"/>
          <p:cNvSpPr txBox="1"/>
          <p:nvPr>
            <p:ph idx="1" type="subTitle"/>
          </p:nvPr>
        </p:nvSpPr>
        <p:spPr>
          <a:xfrm>
            <a:off x="800381" y="1802075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35"/>
          <p:cNvSpPr txBox="1"/>
          <p:nvPr>
            <p:ph idx="2" type="subTitle"/>
          </p:nvPr>
        </p:nvSpPr>
        <p:spPr>
          <a:xfrm>
            <a:off x="800388" y="2072801"/>
            <a:ext cx="1521000" cy="142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35"/>
          <p:cNvSpPr/>
          <p:nvPr/>
        </p:nvSpPr>
        <p:spPr>
          <a:xfrm>
            <a:off x="4590676" y="1600200"/>
            <a:ext cx="1917000" cy="2119500"/>
          </a:xfrm>
          <a:prstGeom prst="roundRect">
            <a:avLst>
              <a:gd fmla="val 943" name="adj"/>
            </a:avLst>
          </a:prstGeom>
          <a:solidFill>
            <a:schemeClr val="dk2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5" name="Google Shape;315;p35"/>
          <p:cNvSpPr txBox="1"/>
          <p:nvPr>
            <p:ph idx="3" type="subTitle"/>
          </p:nvPr>
        </p:nvSpPr>
        <p:spPr>
          <a:xfrm>
            <a:off x="4788595" y="1802075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6" name="Google Shape;316;p35"/>
          <p:cNvSpPr txBox="1"/>
          <p:nvPr>
            <p:ph idx="4" type="subTitle"/>
          </p:nvPr>
        </p:nvSpPr>
        <p:spPr>
          <a:xfrm>
            <a:off x="4788601" y="2072801"/>
            <a:ext cx="1521000" cy="142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7" name="Google Shape;317;p35"/>
          <p:cNvSpPr/>
          <p:nvPr/>
        </p:nvSpPr>
        <p:spPr>
          <a:xfrm>
            <a:off x="6615926" y="1600200"/>
            <a:ext cx="1917000" cy="2119500"/>
          </a:xfrm>
          <a:prstGeom prst="roundRect">
            <a:avLst>
              <a:gd fmla="val 943" name="adj"/>
            </a:avLst>
          </a:prstGeom>
          <a:solidFill>
            <a:schemeClr val="accent3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8" name="Google Shape;318;p35"/>
          <p:cNvSpPr txBox="1"/>
          <p:nvPr>
            <p:ph idx="5" type="subTitle"/>
          </p:nvPr>
        </p:nvSpPr>
        <p:spPr>
          <a:xfrm>
            <a:off x="6813845" y="1802075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None/>
              <a:defRPr b="1" sz="1000"/>
            </a:lvl9pPr>
          </a:lstStyle>
          <a:p/>
        </p:txBody>
      </p:sp>
      <p:sp>
        <p:nvSpPr>
          <p:cNvPr id="319" name="Google Shape;319;p35"/>
          <p:cNvSpPr txBox="1"/>
          <p:nvPr>
            <p:ph idx="6" type="subTitle"/>
          </p:nvPr>
        </p:nvSpPr>
        <p:spPr>
          <a:xfrm>
            <a:off x="6813851" y="2072801"/>
            <a:ext cx="1521000" cy="142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20" name="Google Shape;320;p35"/>
          <p:cNvSpPr/>
          <p:nvPr/>
        </p:nvSpPr>
        <p:spPr>
          <a:xfrm>
            <a:off x="2596570" y="1600200"/>
            <a:ext cx="1917000" cy="2119500"/>
          </a:xfrm>
          <a:prstGeom prst="roundRect">
            <a:avLst>
              <a:gd fmla="val 943" name="adj"/>
            </a:avLst>
          </a:prstGeom>
          <a:solidFill>
            <a:schemeClr val="lt2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1" name="Google Shape;321;p35"/>
          <p:cNvSpPr txBox="1"/>
          <p:nvPr>
            <p:ph idx="7" type="subTitle"/>
          </p:nvPr>
        </p:nvSpPr>
        <p:spPr>
          <a:xfrm>
            <a:off x="2794489" y="1802075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None/>
              <a:defRPr b="1" sz="1000"/>
            </a:lvl9pPr>
          </a:lstStyle>
          <a:p/>
        </p:txBody>
      </p:sp>
      <p:sp>
        <p:nvSpPr>
          <p:cNvPr id="322" name="Google Shape;322;p35"/>
          <p:cNvSpPr txBox="1"/>
          <p:nvPr>
            <p:ph idx="8" type="subTitle"/>
          </p:nvPr>
        </p:nvSpPr>
        <p:spPr>
          <a:xfrm>
            <a:off x="2794495" y="2072801"/>
            <a:ext cx="1521000" cy="142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4 Title + body + 4 number orange">
  <p:cSld name="CUSTOM_8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6"/>
          <p:cNvSpPr txBox="1"/>
          <p:nvPr>
            <p:ph idx="1" type="subTitle"/>
          </p:nvPr>
        </p:nvSpPr>
        <p:spPr>
          <a:xfrm>
            <a:off x="5073625" y="1112347"/>
            <a:ext cx="2592000" cy="4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b="1" sz="4800">
                <a:solidFill>
                  <a:schemeClr val="dk2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25" name="Google Shape;325;p36"/>
          <p:cNvSpPr txBox="1"/>
          <p:nvPr>
            <p:ph idx="2" type="subTitle"/>
          </p:nvPr>
        </p:nvSpPr>
        <p:spPr>
          <a:xfrm>
            <a:off x="4791775" y="1859914"/>
            <a:ext cx="3155700" cy="19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26" name="Google Shape;326;p36"/>
          <p:cNvSpPr txBox="1"/>
          <p:nvPr>
            <p:ph idx="3" type="subTitle"/>
          </p:nvPr>
        </p:nvSpPr>
        <p:spPr>
          <a:xfrm>
            <a:off x="4483975" y="2143125"/>
            <a:ext cx="3771300" cy="4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327" name="Google Shape;327;p36"/>
          <p:cNvSpPr/>
          <p:nvPr/>
        </p:nvSpPr>
        <p:spPr>
          <a:xfrm>
            <a:off x="-76812" y="-101175"/>
            <a:ext cx="3662700" cy="4644600"/>
          </a:xfrm>
          <a:prstGeom prst="roundRect">
            <a:avLst>
              <a:gd fmla="val 943" name="adj"/>
            </a:avLst>
          </a:prstGeom>
          <a:solidFill>
            <a:schemeClr val="accent3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8" name="Google Shape;328;p36"/>
          <p:cNvSpPr txBox="1"/>
          <p:nvPr>
            <p:ph type="title"/>
          </p:nvPr>
        </p:nvSpPr>
        <p:spPr>
          <a:xfrm>
            <a:off x="602463" y="604275"/>
            <a:ext cx="25920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9" name="Google Shape;329;p36"/>
          <p:cNvSpPr txBox="1"/>
          <p:nvPr>
            <p:ph idx="4" type="subTitle"/>
          </p:nvPr>
        </p:nvSpPr>
        <p:spPr>
          <a:xfrm>
            <a:off x="602460" y="1600200"/>
            <a:ext cx="2592000" cy="19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1pPr>
            <a:lvl2pPr lvl="1"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/>
            </a:lvl9pPr>
          </a:lstStyle>
          <a:p/>
        </p:txBody>
      </p:sp>
      <p:sp>
        <p:nvSpPr>
          <p:cNvPr id="330" name="Google Shape;330;p36"/>
          <p:cNvSpPr txBox="1"/>
          <p:nvPr>
            <p:ph idx="5" type="body"/>
          </p:nvPr>
        </p:nvSpPr>
        <p:spPr>
          <a:xfrm>
            <a:off x="602463" y="1905000"/>
            <a:ext cx="2592000" cy="233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  <p:sp>
        <p:nvSpPr>
          <p:cNvPr id="331" name="Google Shape;331;p36"/>
          <p:cNvSpPr txBox="1"/>
          <p:nvPr>
            <p:ph idx="6" type="subTitle"/>
          </p:nvPr>
        </p:nvSpPr>
        <p:spPr>
          <a:xfrm>
            <a:off x="3885138" y="3245590"/>
            <a:ext cx="13782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>
                <a:solidFill>
                  <a:schemeClr val="dk2"/>
                </a:solidFill>
              </a:defRPr>
            </a:lvl1pPr>
            <a:lvl2pPr lvl="1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2pPr>
            <a:lvl3pPr lvl="2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3pPr>
            <a:lvl4pPr lvl="3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4pPr>
            <a:lvl5pPr lvl="4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5pPr>
            <a:lvl6pPr lvl="5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6pPr>
            <a:lvl7pPr lvl="6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7pPr>
            <a:lvl8pPr lvl="7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8pPr>
            <a:lvl9pPr lvl="8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32" name="Google Shape;332;p36"/>
          <p:cNvSpPr txBox="1"/>
          <p:nvPr>
            <p:ph idx="7" type="subTitle"/>
          </p:nvPr>
        </p:nvSpPr>
        <p:spPr>
          <a:xfrm>
            <a:off x="3896260" y="3503450"/>
            <a:ext cx="13782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33" name="Google Shape;333;p36"/>
          <p:cNvSpPr txBox="1"/>
          <p:nvPr>
            <p:ph idx="8" type="subTitle"/>
          </p:nvPr>
        </p:nvSpPr>
        <p:spPr>
          <a:xfrm>
            <a:off x="3896266" y="3774175"/>
            <a:ext cx="13782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334" name="Google Shape;334;p36"/>
          <p:cNvSpPr txBox="1"/>
          <p:nvPr>
            <p:ph idx="9" type="subTitle"/>
          </p:nvPr>
        </p:nvSpPr>
        <p:spPr>
          <a:xfrm>
            <a:off x="5528475" y="3245590"/>
            <a:ext cx="13782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>
                <a:solidFill>
                  <a:schemeClr val="dk2"/>
                </a:solidFill>
              </a:defRPr>
            </a:lvl1pPr>
            <a:lvl2pPr lvl="1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2pPr>
            <a:lvl3pPr lvl="2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3pPr>
            <a:lvl4pPr lvl="3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4pPr>
            <a:lvl5pPr lvl="4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5pPr>
            <a:lvl6pPr lvl="5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6pPr>
            <a:lvl7pPr lvl="6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7pPr>
            <a:lvl8pPr lvl="7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8pPr>
            <a:lvl9pPr lvl="8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35" name="Google Shape;335;p36"/>
          <p:cNvSpPr txBox="1"/>
          <p:nvPr>
            <p:ph idx="13" type="subTitle"/>
          </p:nvPr>
        </p:nvSpPr>
        <p:spPr>
          <a:xfrm>
            <a:off x="5528475" y="3503450"/>
            <a:ext cx="13782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36" name="Google Shape;336;p36"/>
          <p:cNvSpPr txBox="1"/>
          <p:nvPr>
            <p:ph idx="14" type="subTitle"/>
          </p:nvPr>
        </p:nvSpPr>
        <p:spPr>
          <a:xfrm>
            <a:off x="5528475" y="3774175"/>
            <a:ext cx="13782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337" name="Google Shape;337;p36"/>
          <p:cNvSpPr txBox="1"/>
          <p:nvPr>
            <p:ph idx="15" type="subTitle"/>
          </p:nvPr>
        </p:nvSpPr>
        <p:spPr>
          <a:xfrm>
            <a:off x="7171813" y="3245590"/>
            <a:ext cx="13782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>
                <a:solidFill>
                  <a:schemeClr val="dk2"/>
                </a:solidFill>
              </a:defRPr>
            </a:lvl1pPr>
            <a:lvl2pPr lvl="1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2pPr>
            <a:lvl3pPr lvl="2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3pPr>
            <a:lvl4pPr lvl="3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4pPr>
            <a:lvl5pPr lvl="4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5pPr>
            <a:lvl6pPr lvl="5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6pPr>
            <a:lvl7pPr lvl="6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7pPr>
            <a:lvl8pPr lvl="7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8pPr>
            <a:lvl9pPr lvl="8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38" name="Google Shape;338;p36"/>
          <p:cNvSpPr txBox="1"/>
          <p:nvPr>
            <p:ph idx="16" type="subTitle"/>
          </p:nvPr>
        </p:nvSpPr>
        <p:spPr>
          <a:xfrm>
            <a:off x="7182935" y="3503450"/>
            <a:ext cx="13782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39" name="Google Shape;339;p36"/>
          <p:cNvSpPr txBox="1"/>
          <p:nvPr>
            <p:ph idx="17" type="subTitle"/>
          </p:nvPr>
        </p:nvSpPr>
        <p:spPr>
          <a:xfrm>
            <a:off x="7182941" y="3774175"/>
            <a:ext cx="13782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350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5 Title + body + 4 number blue">
  <p:cSld name="CUSTOM_8_1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7"/>
          <p:cNvSpPr txBox="1"/>
          <p:nvPr>
            <p:ph idx="1" type="subTitle"/>
          </p:nvPr>
        </p:nvSpPr>
        <p:spPr>
          <a:xfrm>
            <a:off x="5073625" y="1112347"/>
            <a:ext cx="2592000" cy="4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None/>
              <a:defRPr b="1" sz="4800">
                <a:solidFill>
                  <a:schemeClr val="dk2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2" name="Google Shape;342;p37"/>
          <p:cNvSpPr txBox="1"/>
          <p:nvPr>
            <p:ph idx="2" type="subTitle"/>
          </p:nvPr>
        </p:nvSpPr>
        <p:spPr>
          <a:xfrm>
            <a:off x="4791775" y="1859914"/>
            <a:ext cx="3155700" cy="19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43" name="Google Shape;343;p37"/>
          <p:cNvSpPr txBox="1"/>
          <p:nvPr>
            <p:ph idx="3" type="subTitle"/>
          </p:nvPr>
        </p:nvSpPr>
        <p:spPr>
          <a:xfrm>
            <a:off x="4483975" y="2143125"/>
            <a:ext cx="3771300" cy="4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344" name="Google Shape;344;p37"/>
          <p:cNvSpPr/>
          <p:nvPr/>
        </p:nvSpPr>
        <p:spPr>
          <a:xfrm>
            <a:off x="-76812" y="-101175"/>
            <a:ext cx="3662700" cy="4644600"/>
          </a:xfrm>
          <a:prstGeom prst="roundRect">
            <a:avLst>
              <a:gd fmla="val 943" name="adj"/>
            </a:avLst>
          </a:prstGeom>
          <a:solidFill>
            <a:schemeClr val="dk1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5" name="Google Shape;345;p37"/>
          <p:cNvSpPr txBox="1"/>
          <p:nvPr>
            <p:ph type="title"/>
          </p:nvPr>
        </p:nvSpPr>
        <p:spPr>
          <a:xfrm>
            <a:off x="602463" y="604275"/>
            <a:ext cx="25920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6" name="Google Shape;346;p37"/>
          <p:cNvSpPr txBox="1"/>
          <p:nvPr>
            <p:ph idx="4" type="subTitle"/>
          </p:nvPr>
        </p:nvSpPr>
        <p:spPr>
          <a:xfrm>
            <a:off x="602460" y="1600200"/>
            <a:ext cx="2592000" cy="19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7" name="Google Shape;347;p37"/>
          <p:cNvSpPr txBox="1"/>
          <p:nvPr>
            <p:ph idx="5" type="body"/>
          </p:nvPr>
        </p:nvSpPr>
        <p:spPr>
          <a:xfrm>
            <a:off x="602463" y="1905000"/>
            <a:ext cx="2592000" cy="233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>
                <a:solidFill>
                  <a:schemeClr val="lt1"/>
                </a:solidFill>
              </a:defRPr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>
                <a:solidFill>
                  <a:schemeClr val="lt1"/>
                </a:solidFill>
              </a:defRPr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>
                <a:solidFill>
                  <a:schemeClr val="lt1"/>
                </a:solidFill>
              </a:defRPr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>
                <a:solidFill>
                  <a:schemeClr val="lt1"/>
                </a:solidFill>
              </a:defRPr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>
                <a:solidFill>
                  <a:schemeClr val="lt1"/>
                </a:solidFill>
              </a:defRPr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>
                <a:solidFill>
                  <a:schemeClr val="lt1"/>
                </a:solidFill>
              </a:defRPr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>
                <a:solidFill>
                  <a:schemeClr val="lt1"/>
                </a:solidFill>
              </a:defRPr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8" name="Google Shape;348;p37"/>
          <p:cNvSpPr txBox="1"/>
          <p:nvPr>
            <p:ph idx="6" type="subTitle"/>
          </p:nvPr>
        </p:nvSpPr>
        <p:spPr>
          <a:xfrm>
            <a:off x="3885138" y="3245590"/>
            <a:ext cx="13782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>
                <a:solidFill>
                  <a:schemeClr val="dk2"/>
                </a:solidFill>
              </a:defRPr>
            </a:lvl1pPr>
            <a:lvl2pPr lvl="1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2pPr>
            <a:lvl3pPr lvl="2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3pPr>
            <a:lvl4pPr lvl="3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4pPr>
            <a:lvl5pPr lvl="4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5pPr>
            <a:lvl6pPr lvl="5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6pPr>
            <a:lvl7pPr lvl="6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7pPr>
            <a:lvl8pPr lvl="7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8pPr>
            <a:lvl9pPr lvl="8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9" name="Google Shape;349;p37"/>
          <p:cNvSpPr txBox="1"/>
          <p:nvPr>
            <p:ph idx="7" type="subTitle"/>
          </p:nvPr>
        </p:nvSpPr>
        <p:spPr>
          <a:xfrm>
            <a:off x="3896260" y="3503450"/>
            <a:ext cx="13782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50" name="Google Shape;350;p37"/>
          <p:cNvSpPr txBox="1"/>
          <p:nvPr>
            <p:ph idx="8" type="subTitle"/>
          </p:nvPr>
        </p:nvSpPr>
        <p:spPr>
          <a:xfrm>
            <a:off x="3896266" y="3774175"/>
            <a:ext cx="13782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351" name="Google Shape;351;p37"/>
          <p:cNvSpPr txBox="1"/>
          <p:nvPr>
            <p:ph idx="9" type="subTitle"/>
          </p:nvPr>
        </p:nvSpPr>
        <p:spPr>
          <a:xfrm>
            <a:off x="5528475" y="3245590"/>
            <a:ext cx="13782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>
                <a:solidFill>
                  <a:schemeClr val="dk2"/>
                </a:solidFill>
              </a:defRPr>
            </a:lvl1pPr>
            <a:lvl2pPr lvl="1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2pPr>
            <a:lvl3pPr lvl="2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3pPr>
            <a:lvl4pPr lvl="3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4pPr>
            <a:lvl5pPr lvl="4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5pPr>
            <a:lvl6pPr lvl="5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6pPr>
            <a:lvl7pPr lvl="6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7pPr>
            <a:lvl8pPr lvl="7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8pPr>
            <a:lvl9pPr lvl="8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52" name="Google Shape;352;p37"/>
          <p:cNvSpPr txBox="1"/>
          <p:nvPr>
            <p:ph idx="13" type="subTitle"/>
          </p:nvPr>
        </p:nvSpPr>
        <p:spPr>
          <a:xfrm>
            <a:off x="5528475" y="3503450"/>
            <a:ext cx="13782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53" name="Google Shape;353;p37"/>
          <p:cNvSpPr txBox="1"/>
          <p:nvPr>
            <p:ph idx="14" type="subTitle"/>
          </p:nvPr>
        </p:nvSpPr>
        <p:spPr>
          <a:xfrm>
            <a:off x="5528475" y="3774175"/>
            <a:ext cx="13782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354" name="Google Shape;354;p37"/>
          <p:cNvSpPr txBox="1"/>
          <p:nvPr>
            <p:ph idx="15" type="subTitle"/>
          </p:nvPr>
        </p:nvSpPr>
        <p:spPr>
          <a:xfrm>
            <a:off x="7171813" y="3245590"/>
            <a:ext cx="13782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>
                <a:solidFill>
                  <a:schemeClr val="dk2"/>
                </a:solidFill>
              </a:defRPr>
            </a:lvl1pPr>
            <a:lvl2pPr lvl="1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2pPr>
            <a:lvl3pPr lvl="2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3pPr>
            <a:lvl4pPr lvl="3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4pPr>
            <a:lvl5pPr lvl="4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5pPr>
            <a:lvl6pPr lvl="5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6pPr>
            <a:lvl7pPr lvl="6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7pPr>
            <a:lvl8pPr lvl="7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8pPr>
            <a:lvl9pPr lvl="8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55" name="Google Shape;355;p37"/>
          <p:cNvSpPr txBox="1"/>
          <p:nvPr>
            <p:ph idx="16" type="subTitle"/>
          </p:nvPr>
        </p:nvSpPr>
        <p:spPr>
          <a:xfrm>
            <a:off x="7182935" y="3503450"/>
            <a:ext cx="13782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56" name="Google Shape;356;p37"/>
          <p:cNvSpPr txBox="1"/>
          <p:nvPr>
            <p:ph idx="17" type="subTitle"/>
          </p:nvPr>
        </p:nvSpPr>
        <p:spPr>
          <a:xfrm>
            <a:off x="7182941" y="3774175"/>
            <a:ext cx="13782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350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6 Title + 6 highlights pale blue">
  <p:cSld name="CUSTOM_9">
    <p:bg>
      <p:bgPr>
        <a:solidFill>
          <a:schemeClr val="lt2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8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9" name="Google Shape;359;p38"/>
          <p:cNvSpPr txBox="1"/>
          <p:nvPr>
            <p:ph idx="1" type="subTitle"/>
          </p:nvPr>
        </p:nvSpPr>
        <p:spPr>
          <a:xfrm>
            <a:off x="595313" y="1458500"/>
            <a:ext cx="5136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500"/>
              <a:buNone/>
              <a:defRPr b="1" sz="6500">
                <a:solidFill>
                  <a:schemeClr val="accent4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2pPr>
            <a:lvl3pPr lvl="2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3pPr>
            <a:lvl4pPr lvl="3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4pPr>
            <a:lvl5pPr lvl="4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5pPr>
            <a:lvl6pPr lvl="5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6pPr>
            <a:lvl7pPr lvl="6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7pPr>
            <a:lvl8pPr lvl="7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8pPr>
            <a:lvl9pPr lvl="8">
              <a:spcBef>
                <a:spcPts val="800"/>
              </a:spcBef>
              <a:spcAft>
                <a:spcPts val="800"/>
              </a:spcAft>
              <a:buSzPts val="6500"/>
              <a:buNone/>
              <a:defRPr b="1" sz="6500"/>
            </a:lvl9pPr>
          </a:lstStyle>
          <a:p/>
        </p:txBody>
      </p:sp>
      <p:sp>
        <p:nvSpPr>
          <p:cNvPr id="360" name="Google Shape;360;p38"/>
          <p:cNvSpPr txBox="1"/>
          <p:nvPr>
            <p:ph idx="2" type="subTitle"/>
          </p:nvPr>
        </p:nvSpPr>
        <p:spPr>
          <a:xfrm>
            <a:off x="1277550" y="1599900"/>
            <a:ext cx="1736400" cy="32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/>
            </a:lvl9pPr>
          </a:lstStyle>
          <a:p/>
        </p:txBody>
      </p:sp>
      <p:sp>
        <p:nvSpPr>
          <p:cNvPr id="361" name="Google Shape;361;p38"/>
          <p:cNvSpPr txBox="1"/>
          <p:nvPr>
            <p:ph idx="3" type="subTitle"/>
          </p:nvPr>
        </p:nvSpPr>
        <p:spPr>
          <a:xfrm>
            <a:off x="1277550" y="1971975"/>
            <a:ext cx="1736400" cy="5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800"/>
              </a:spcBef>
              <a:spcAft>
                <a:spcPts val="80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362" name="Google Shape;362;p38"/>
          <p:cNvSpPr txBox="1"/>
          <p:nvPr>
            <p:ph idx="4" type="subTitle"/>
          </p:nvPr>
        </p:nvSpPr>
        <p:spPr>
          <a:xfrm>
            <a:off x="3362756" y="1458500"/>
            <a:ext cx="5136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500"/>
              <a:buNone/>
              <a:defRPr b="1" sz="6500">
                <a:solidFill>
                  <a:schemeClr val="accent4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2pPr>
            <a:lvl3pPr lvl="2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3pPr>
            <a:lvl4pPr lvl="3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4pPr>
            <a:lvl5pPr lvl="4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5pPr>
            <a:lvl6pPr lvl="5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6pPr>
            <a:lvl7pPr lvl="6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7pPr>
            <a:lvl8pPr lvl="7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8pPr>
            <a:lvl9pPr lvl="8">
              <a:spcBef>
                <a:spcPts val="800"/>
              </a:spcBef>
              <a:spcAft>
                <a:spcPts val="800"/>
              </a:spcAft>
              <a:buSzPts val="6500"/>
              <a:buNone/>
              <a:defRPr b="1" sz="6500"/>
            </a:lvl9pPr>
          </a:lstStyle>
          <a:p/>
        </p:txBody>
      </p:sp>
      <p:sp>
        <p:nvSpPr>
          <p:cNvPr id="363" name="Google Shape;363;p38"/>
          <p:cNvSpPr txBox="1"/>
          <p:nvPr>
            <p:ph idx="5" type="subTitle"/>
          </p:nvPr>
        </p:nvSpPr>
        <p:spPr>
          <a:xfrm>
            <a:off x="4044994" y="1599900"/>
            <a:ext cx="1736400" cy="32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/>
            </a:lvl9pPr>
          </a:lstStyle>
          <a:p/>
        </p:txBody>
      </p:sp>
      <p:sp>
        <p:nvSpPr>
          <p:cNvPr id="364" name="Google Shape;364;p38"/>
          <p:cNvSpPr txBox="1"/>
          <p:nvPr>
            <p:ph idx="6" type="subTitle"/>
          </p:nvPr>
        </p:nvSpPr>
        <p:spPr>
          <a:xfrm>
            <a:off x="4044994" y="1971975"/>
            <a:ext cx="1736400" cy="5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800"/>
              </a:spcBef>
              <a:spcAft>
                <a:spcPts val="80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365" name="Google Shape;365;p38"/>
          <p:cNvSpPr txBox="1"/>
          <p:nvPr>
            <p:ph idx="7" type="subTitle"/>
          </p:nvPr>
        </p:nvSpPr>
        <p:spPr>
          <a:xfrm>
            <a:off x="6130206" y="1458500"/>
            <a:ext cx="5136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500"/>
              <a:buNone/>
              <a:defRPr b="1" sz="6500">
                <a:solidFill>
                  <a:schemeClr val="accent4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2pPr>
            <a:lvl3pPr lvl="2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3pPr>
            <a:lvl4pPr lvl="3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4pPr>
            <a:lvl5pPr lvl="4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5pPr>
            <a:lvl6pPr lvl="5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6pPr>
            <a:lvl7pPr lvl="6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7pPr>
            <a:lvl8pPr lvl="7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8pPr>
            <a:lvl9pPr lvl="8">
              <a:spcBef>
                <a:spcPts val="800"/>
              </a:spcBef>
              <a:spcAft>
                <a:spcPts val="800"/>
              </a:spcAft>
              <a:buSzPts val="6500"/>
              <a:buNone/>
              <a:defRPr b="1" sz="6500"/>
            </a:lvl9pPr>
          </a:lstStyle>
          <a:p/>
        </p:txBody>
      </p:sp>
      <p:sp>
        <p:nvSpPr>
          <p:cNvPr id="366" name="Google Shape;366;p38"/>
          <p:cNvSpPr txBox="1"/>
          <p:nvPr>
            <p:ph idx="8" type="subTitle"/>
          </p:nvPr>
        </p:nvSpPr>
        <p:spPr>
          <a:xfrm>
            <a:off x="6812444" y="1599900"/>
            <a:ext cx="1736400" cy="32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/>
            </a:lvl9pPr>
          </a:lstStyle>
          <a:p/>
        </p:txBody>
      </p:sp>
      <p:sp>
        <p:nvSpPr>
          <p:cNvPr id="367" name="Google Shape;367;p38"/>
          <p:cNvSpPr txBox="1"/>
          <p:nvPr>
            <p:ph idx="9" type="subTitle"/>
          </p:nvPr>
        </p:nvSpPr>
        <p:spPr>
          <a:xfrm>
            <a:off x="6812444" y="1971975"/>
            <a:ext cx="1736400" cy="5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800"/>
              </a:spcBef>
              <a:spcAft>
                <a:spcPts val="80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368" name="Google Shape;368;p38"/>
          <p:cNvSpPr txBox="1"/>
          <p:nvPr>
            <p:ph idx="13" type="subTitle"/>
          </p:nvPr>
        </p:nvSpPr>
        <p:spPr>
          <a:xfrm>
            <a:off x="595313" y="2814644"/>
            <a:ext cx="5136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500"/>
              <a:buNone/>
              <a:defRPr b="1" sz="6500">
                <a:solidFill>
                  <a:schemeClr val="accent4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2pPr>
            <a:lvl3pPr lvl="2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3pPr>
            <a:lvl4pPr lvl="3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4pPr>
            <a:lvl5pPr lvl="4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5pPr>
            <a:lvl6pPr lvl="5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6pPr>
            <a:lvl7pPr lvl="6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7pPr>
            <a:lvl8pPr lvl="7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8pPr>
            <a:lvl9pPr lvl="8">
              <a:spcBef>
                <a:spcPts val="800"/>
              </a:spcBef>
              <a:spcAft>
                <a:spcPts val="800"/>
              </a:spcAft>
              <a:buSzPts val="6500"/>
              <a:buNone/>
              <a:defRPr b="1" sz="6500"/>
            </a:lvl9pPr>
          </a:lstStyle>
          <a:p/>
        </p:txBody>
      </p:sp>
      <p:sp>
        <p:nvSpPr>
          <p:cNvPr id="369" name="Google Shape;369;p38"/>
          <p:cNvSpPr txBox="1"/>
          <p:nvPr>
            <p:ph idx="14" type="subTitle"/>
          </p:nvPr>
        </p:nvSpPr>
        <p:spPr>
          <a:xfrm>
            <a:off x="1277550" y="2956044"/>
            <a:ext cx="1736400" cy="32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/>
            </a:lvl9pPr>
          </a:lstStyle>
          <a:p/>
        </p:txBody>
      </p:sp>
      <p:sp>
        <p:nvSpPr>
          <p:cNvPr id="370" name="Google Shape;370;p38"/>
          <p:cNvSpPr txBox="1"/>
          <p:nvPr>
            <p:ph idx="15" type="subTitle"/>
          </p:nvPr>
        </p:nvSpPr>
        <p:spPr>
          <a:xfrm>
            <a:off x="1277550" y="3328119"/>
            <a:ext cx="1736400" cy="5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800"/>
              </a:spcBef>
              <a:spcAft>
                <a:spcPts val="80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371" name="Google Shape;371;p38"/>
          <p:cNvSpPr txBox="1"/>
          <p:nvPr>
            <p:ph idx="16" type="subTitle"/>
          </p:nvPr>
        </p:nvSpPr>
        <p:spPr>
          <a:xfrm>
            <a:off x="3362756" y="2814644"/>
            <a:ext cx="5136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500"/>
              <a:buNone/>
              <a:defRPr b="1" sz="6500">
                <a:solidFill>
                  <a:schemeClr val="accent4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2pPr>
            <a:lvl3pPr lvl="2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3pPr>
            <a:lvl4pPr lvl="3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4pPr>
            <a:lvl5pPr lvl="4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5pPr>
            <a:lvl6pPr lvl="5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6pPr>
            <a:lvl7pPr lvl="6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7pPr>
            <a:lvl8pPr lvl="7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8pPr>
            <a:lvl9pPr lvl="8">
              <a:spcBef>
                <a:spcPts val="800"/>
              </a:spcBef>
              <a:spcAft>
                <a:spcPts val="800"/>
              </a:spcAft>
              <a:buSzPts val="6500"/>
              <a:buNone/>
              <a:defRPr b="1" sz="6500"/>
            </a:lvl9pPr>
          </a:lstStyle>
          <a:p/>
        </p:txBody>
      </p:sp>
      <p:sp>
        <p:nvSpPr>
          <p:cNvPr id="372" name="Google Shape;372;p38"/>
          <p:cNvSpPr txBox="1"/>
          <p:nvPr>
            <p:ph idx="17" type="subTitle"/>
          </p:nvPr>
        </p:nvSpPr>
        <p:spPr>
          <a:xfrm>
            <a:off x="4044994" y="2956044"/>
            <a:ext cx="1736400" cy="32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/>
            </a:lvl9pPr>
          </a:lstStyle>
          <a:p/>
        </p:txBody>
      </p:sp>
      <p:sp>
        <p:nvSpPr>
          <p:cNvPr id="373" name="Google Shape;373;p38"/>
          <p:cNvSpPr txBox="1"/>
          <p:nvPr>
            <p:ph idx="18" type="subTitle"/>
          </p:nvPr>
        </p:nvSpPr>
        <p:spPr>
          <a:xfrm>
            <a:off x="4044994" y="3328119"/>
            <a:ext cx="1736400" cy="5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800"/>
              </a:spcBef>
              <a:spcAft>
                <a:spcPts val="80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374" name="Google Shape;374;p38"/>
          <p:cNvSpPr txBox="1"/>
          <p:nvPr>
            <p:ph idx="19" type="subTitle"/>
          </p:nvPr>
        </p:nvSpPr>
        <p:spPr>
          <a:xfrm>
            <a:off x="6130206" y="2814644"/>
            <a:ext cx="5136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500"/>
              <a:buNone/>
              <a:defRPr b="1" sz="6500">
                <a:solidFill>
                  <a:schemeClr val="accent4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2pPr>
            <a:lvl3pPr lvl="2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3pPr>
            <a:lvl4pPr lvl="3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4pPr>
            <a:lvl5pPr lvl="4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5pPr>
            <a:lvl6pPr lvl="5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6pPr>
            <a:lvl7pPr lvl="6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7pPr>
            <a:lvl8pPr lvl="7">
              <a:spcBef>
                <a:spcPts val="800"/>
              </a:spcBef>
              <a:spcAft>
                <a:spcPts val="0"/>
              </a:spcAft>
              <a:buSzPts val="6500"/>
              <a:buNone/>
              <a:defRPr b="1" sz="6500"/>
            </a:lvl8pPr>
            <a:lvl9pPr lvl="8">
              <a:spcBef>
                <a:spcPts val="800"/>
              </a:spcBef>
              <a:spcAft>
                <a:spcPts val="800"/>
              </a:spcAft>
              <a:buSzPts val="6500"/>
              <a:buNone/>
              <a:defRPr b="1" sz="6500"/>
            </a:lvl9pPr>
          </a:lstStyle>
          <a:p/>
        </p:txBody>
      </p:sp>
      <p:sp>
        <p:nvSpPr>
          <p:cNvPr id="375" name="Google Shape;375;p38"/>
          <p:cNvSpPr txBox="1"/>
          <p:nvPr>
            <p:ph idx="20" type="subTitle"/>
          </p:nvPr>
        </p:nvSpPr>
        <p:spPr>
          <a:xfrm>
            <a:off x="6812444" y="2956044"/>
            <a:ext cx="1736400" cy="32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/>
            </a:lvl9pPr>
          </a:lstStyle>
          <a:p/>
        </p:txBody>
      </p:sp>
      <p:sp>
        <p:nvSpPr>
          <p:cNvPr id="376" name="Google Shape;376;p38"/>
          <p:cNvSpPr txBox="1"/>
          <p:nvPr>
            <p:ph idx="21" type="subTitle"/>
          </p:nvPr>
        </p:nvSpPr>
        <p:spPr>
          <a:xfrm>
            <a:off x="6812444" y="3328119"/>
            <a:ext cx="1736400" cy="5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80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800"/>
              </a:spcBef>
              <a:spcAft>
                <a:spcPts val="80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7 Title + 6 highlights pale blue 1">
  <p:cSld name="CUSTOM_9_1">
    <p:bg>
      <p:bgPr>
        <a:solidFill>
          <a:schemeClr val="dk1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9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9" name="Google Shape;379;p39"/>
          <p:cNvSpPr txBox="1"/>
          <p:nvPr>
            <p:ph idx="1" type="subTitle"/>
          </p:nvPr>
        </p:nvSpPr>
        <p:spPr>
          <a:xfrm>
            <a:off x="595313" y="1458500"/>
            <a:ext cx="5136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80" name="Google Shape;380;p39"/>
          <p:cNvSpPr txBox="1"/>
          <p:nvPr>
            <p:ph idx="2" type="subTitle"/>
          </p:nvPr>
        </p:nvSpPr>
        <p:spPr>
          <a:xfrm>
            <a:off x="1277550" y="1599900"/>
            <a:ext cx="1736400" cy="32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1" name="Google Shape;381;p39"/>
          <p:cNvSpPr txBox="1"/>
          <p:nvPr>
            <p:ph idx="3" type="subTitle"/>
          </p:nvPr>
        </p:nvSpPr>
        <p:spPr>
          <a:xfrm>
            <a:off x="1277550" y="1971975"/>
            <a:ext cx="1736400" cy="5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2" name="Google Shape;382;p39"/>
          <p:cNvSpPr txBox="1"/>
          <p:nvPr>
            <p:ph idx="4" type="subTitle"/>
          </p:nvPr>
        </p:nvSpPr>
        <p:spPr>
          <a:xfrm>
            <a:off x="3362756" y="1458500"/>
            <a:ext cx="5136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83" name="Google Shape;383;p39"/>
          <p:cNvSpPr txBox="1"/>
          <p:nvPr>
            <p:ph idx="5" type="subTitle"/>
          </p:nvPr>
        </p:nvSpPr>
        <p:spPr>
          <a:xfrm>
            <a:off x="4044994" y="1599900"/>
            <a:ext cx="1736400" cy="32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4" name="Google Shape;384;p39"/>
          <p:cNvSpPr txBox="1"/>
          <p:nvPr>
            <p:ph idx="6" type="subTitle"/>
          </p:nvPr>
        </p:nvSpPr>
        <p:spPr>
          <a:xfrm>
            <a:off x="4044994" y="1971975"/>
            <a:ext cx="1736400" cy="5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5" name="Google Shape;385;p39"/>
          <p:cNvSpPr txBox="1"/>
          <p:nvPr>
            <p:ph idx="7" type="subTitle"/>
          </p:nvPr>
        </p:nvSpPr>
        <p:spPr>
          <a:xfrm>
            <a:off x="6130206" y="1458500"/>
            <a:ext cx="5136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86" name="Google Shape;386;p39"/>
          <p:cNvSpPr txBox="1"/>
          <p:nvPr>
            <p:ph idx="8" type="subTitle"/>
          </p:nvPr>
        </p:nvSpPr>
        <p:spPr>
          <a:xfrm>
            <a:off x="6812444" y="1599900"/>
            <a:ext cx="1736400" cy="32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7" name="Google Shape;387;p39"/>
          <p:cNvSpPr txBox="1"/>
          <p:nvPr>
            <p:ph idx="9" type="subTitle"/>
          </p:nvPr>
        </p:nvSpPr>
        <p:spPr>
          <a:xfrm>
            <a:off x="6812444" y="1971975"/>
            <a:ext cx="1736400" cy="5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8" name="Google Shape;388;p39"/>
          <p:cNvSpPr txBox="1"/>
          <p:nvPr>
            <p:ph idx="13" type="subTitle"/>
          </p:nvPr>
        </p:nvSpPr>
        <p:spPr>
          <a:xfrm>
            <a:off x="595313" y="2814644"/>
            <a:ext cx="5136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89" name="Google Shape;389;p39"/>
          <p:cNvSpPr txBox="1"/>
          <p:nvPr>
            <p:ph idx="14" type="subTitle"/>
          </p:nvPr>
        </p:nvSpPr>
        <p:spPr>
          <a:xfrm>
            <a:off x="1277550" y="2956044"/>
            <a:ext cx="1736400" cy="32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0" name="Google Shape;390;p39"/>
          <p:cNvSpPr txBox="1"/>
          <p:nvPr>
            <p:ph idx="15" type="subTitle"/>
          </p:nvPr>
        </p:nvSpPr>
        <p:spPr>
          <a:xfrm>
            <a:off x="1277550" y="3328119"/>
            <a:ext cx="1736400" cy="5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1" name="Google Shape;391;p39"/>
          <p:cNvSpPr txBox="1"/>
          <p:nvPr>
            <p:ph idx="16" type="subTitle"/>
          </p:nvPr>
        </p:nvSpPr>
        <p:spPr>
          <a:xfrm>
            <a:off x="3362756" y="2814644"/>
            <a:ext cx="5136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2" name="Google Shape;392;p39"/>
          <p:cNvSpPr txBox="1"/>
          <p:nvPr>
            <p:ph idx="17" type="subTitle"/>
          </p:nvPr>
        </p:nvSpPr>
        <p:spPr>
          <a:xfrm>
            <a:off x="4044994" y="2956044"/>
            <a:ext cx="1736400" cy="32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3" name="Google Shape;393;p39"/>
          <p:cNvSpPr txBox="1"/>
          <p:nvPr>
            <p:ph idx="18" type="subTitle"/>
          </p:nvPr>
        </p:nvSpPr>
        <p:spPr>
          <a:xfrm>
            <a:off x="4044994" y="3328119"/>
            <a:ext cx="1736400" cy="5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4" name="Google Shape;394;p39"/>
          <p:cNvSpPr txBox="1"/>
          <p:nvPr>
            <p:ph idx="19" type="subTitle"/>
          </p:nvPr>
        </p:nvSpPr>
        <p:spPr>
          <a:xfrm>
            <a:off x="6130206" y="2814644"/>
            <a:ext cx="5136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6500"/>
              <a:buNone/>
              <a:defRPr b="1" sz="6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5" name="Google Shape;395;p39"/>
          <p:cNvSpPr txBox="1"/>
          <p:nvPr>
            <p:ph idx="20" type="subTitle"/>
          </p:nvPr>
        </p:nvSpPr>
        <p:spPr>
          <a:xfrm>
            <a:off x="6812444" y="2956044"/>
            <a:ext cx="1736400" cy="32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6" name="Google Shape;396;p39"/>
          <p:cNvSpPr txBox="1"/>
          <p:nvPr>
            <p:ph idx="21" type="subTitle"/>
          </p:nvPr>
        </p:nvSpPr>
        <p:spPr>
          <a:xfrm>
            <a:off x="6812444" y="3328119"/>
            <a:ext cx="1736400" cy="5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8 Title + 7 highlights in boxes">
  <p:cSld name="CUSTOM_10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0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9" name="Google Shape;399;p40"/>
          <p:cNvSpPr/>
          <p:nvPr/>
        </p:nvSpPr>
        <p:spPr>
          <a:xfrm>
            <a:off x="4625575" y="1600200"/>
            <a:ext cx="1917000" cy="1438500"/>
          </a:xfrm>
          <a:prstGeom prst="roundRect">
            <a:avLst>
              <a:gd fmla="val 943" name="adj"/>
            </a:avLst>
          </a:prstGeom>
          <a:solidFill>
            <a:schemeClr val="accent3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0" name="Google Shape;400;p40"/>
          <p:cNvSpPr/>
          <p:nvPr/>
        </p:nvSpPr>
        <p:spPr>
          <a:xfrm>
            <a:off x="6628525" y="1600200"/>
            <a:ext cx="1917000" cy="1438500"/>
          </a:xfrm>
          <a:prstGeom prst="roundRect">
            <a:avLst>
              <a:gd fmla="val 943" name="adj"/>
            </a:avLst>
          </a:prstGeom>
          <a:solidFill>
            <a:schemeClr val="dk2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1" name="Google Shape;401;p40"/>
          <p:cNvSpPr/>
          <p:nvPr/>
        </p:nvSpPr>
        <p:spPr>
          <a:xfrm>
            <a:off x="4625575" y="3084692"/>
            <a:ext cx="1917000" cy="1438500"/>
          </a:xfrm>
          <a:prstGeom prst="roundRect">
            <a:avLst>
              <a:gd fmla="val 943" name="adj"/>
            </a:avLst>
          </a:prstGeom>
          <a:solidFill>
            <a:schemeClr val="dk1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2" name="Google Shape;402;p40"/>
          <p:cNvSpPr/>
          <p:nvPr/>
        </p:nvSpPr>
        <p:spPr>
          <a:xfrm>
            <a:off x="6628525" y="3084692"/>
            <a:ext cx="1917000" cy="1438500"/>
          </a:xfrm>
          <a:prstGeom prst="roundRect">
            <a:avLst>
              <a:gd fmla="val 943" name="adj"/>
            </a:avLst>
          </a:prstGeom>
          <a:solidFill>
            <a:schemeClr val="lt2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3" name="Google Shape;403;p40"/>
          <p:cNvSpPr txBox="1"/>
          <p:nvPr>
            <p:ph idx="1" type="subTitle"/>
          </p:nvPr>
        </p:nvSpPr>
        <p:spPr>
          <a:xfrm>
            <a:off x="4784725" y="1751425"/>
            <a:ext cx="15987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/>
        </p:txBody>
      </p:sp>
      <p:sp>
        <p:nvSpPr>
          <p:cNvPr id="404" name="Google Shape;404;p40"/>
          <p:cNvSpPr txBox="1"/>
          <p:nvPr>
            <p:ph idx="2" type="subTitle"/>
          </p:nvPr>
        </p:nvSpPr>
        <p:spPr>
          <a:xfrm>
            <a:off x="4784725" y="2114379"/>
            <a:ext cx="15987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05" name="Google Shape;405;p40"/>
          <p:cNvSpPr txBox="1"/>
          <p:nvPr>
            <p:ph idx="3" type="subTitle"/>
          </p:nvPr>
        </p:nvSpPr>
        <p:spPr>
          <a:xfrm>
            <a:off x="4784725" y="2317362"/>
            <a:ext cx="15987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406" name="Google Shape;406;p40"/>
          <p:cNvSpPr txBox="1"/>
          <p:nvPr>
            <p:ph idx="4" type="subTitle"/>
          </p:nvPr>
        </p:nvSpPr>
        <p:spPr>
          <a:xfrm>
            <a:off x="6787750" y="1751425"/>
            <a:ext cx="15984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7" name="Google Shape;407;p40"/>
          <p:cNvSpPr txBox="1"/>
          <p:nvPr>
            <p:ph idx="5" type="subTitle"/>
          </p:nvPr>
        </p:nvSpPr>
        <p:spPr>
          <a:xfrm>
            <a:off x="6787750" y="2114379"/>
            <a:ext cx="15984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8" name="Google Shape;408;p40"/>
          <p:cNvSpPr txBox="1"/>
          <p:nvPr>
            <p:ph idx="6" type="subTitle"/>
          </p:nvPr>
        </p:nvSpPr>
        <p:spPr>
          <a:xfrm>
            <a:off x="6787750" y="2317362"/>
            <a:ext cx="15984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9" name="Google Shape;409;p40"/>
          <p:cNvSpPr txBox="1"/>
          <p:nvPr>
            <p:ph idx="7" type="subTitle"/>
          </p:nvPr>
        </p:nvSpPr>
        <p:spPr>
          <a:xfrm>
            <a:off x="4784725" y="3219473"/>
            <a:ext cx="15987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0" name="Google Shape;410;p40"/>
          <p:cNvSpPr txBox="1"/>
          <p:nvPr>
            <p:ph idx="8" type="subTitle"/>
          </p:nvPr>
        </p:nvSpPr>
        <p:spPr>
          <a:xfrm>
            <a:off x="4784725" y="3582427"/>
            <a:ext cx="15987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1" name="Google Shape;411;p40"/>
          <p:cNvSpPr txBox="1"/>
          <p:nvPr>
            <p:ph idx="9" type="subTitle"/>
          </p:nvPr>
        </p:nvSpPr>
        <p:spPr>
          <a:xfrm>
            <a:off x="4784725" y="3785411"/>
            <a:ext cx="15987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2" name="Google Shape;412;p40"/>
          <p:cNvSpPr txBox="1"/>
          <p:nvPr>
            <p:ph idx="13" type="subTitle"/>
          </p:nvPr>
        </p:nvSpPr>
        <p:spPr>
          <a:xfrm>
            <a:off x="6787750" y="3219473"/>
            <a:ext cx="15984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40"/>
          <p:cNvSpPr txBox="1"/>
          <p:nvPr>
            <p:ph idx="14" type="subTitle"/>
          </p:nvPr>
        </p:nvSpPr>
        <p:spPr>
          <a:xfrm>
            <a:off x="6787750" y="3582427"/>
            <a:ext cx="15984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14" name="Google Shape;414;p40"/>
          <p:cNvSpPr txBox="1"/>
          <p:nvPr>
            <p:ph idx="15" type="subTitle"/>
          </p:nvPr>
        </p:nvSpPr>
        <p:spPr>
          <a:xfrm>
            <a:off x="6787750" y="3785411"/>
            <a:ext cx="15984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415" name="Google Shape;415;p40"/>
          <p:cNvSpPr/>
          <p:nvPr/>
        </p:nvSpPr>
        <p:spPr>
          <a:xfrm>
            <a:off x="2600325" y="1600200"/>
            <a:ext cx="1917000" cy="2943300"/>
          </a:xfrm>
          <a:prstGeom prst="roundRect">
            <a:avLst>
              <a:gd fmla="val 943" name="adj"/>
            </a:avLst>
          </a:prstGeom>
          <a:solidFill>
            <a:schemeClr val="dk2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6" name="Google Shape;416;p40"/>
          <p:cNvSpPr txBox="1"/>
          <p:nvPr>
            <p:ph idx="16" type="subTitle"/>
          </p:nvPr>
        </p:nvSpPr>
        <p:spPr>
          <a:xfrm>
            <a:off x="2759550" y="2166925"/>
            <a:ext cx="1598400" cy="5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b="1" sz="45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7" name="Google Shape;417;p40"/>
          <p:cNvSpPr txBox="1"/>
          <p:nvPr>
            <p:ph idx="17" type="subTitle"/>
          </p:nvPr>
        </p:nvSpPr>
        <p:spPr>
          <a:xfrm>
            <a:off x="2759550" y="2828850"/>
            <a:ext cx="15984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8" name="Google Shape;418;p40"/>
          <p:cNvSpPr txBox="1"/>
          <p:nvPr>
            <p:ph idx="18" type="subTitle"/>
          </p:nvPr>
        </p:nvSpPr>
        <p:spPr>
          <a:xfrm>
            <a:off x="2759550" y="3099575"/>
            <a:ext cx="15984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9" name="Google Shape;419;p40"/>
          <p:cNvSpPr/>
          <p:nvPr/>
        </p:nvSpPr>
        <p:spPr>
          <a:xfrm>
            <a:off x="602463" y="1600200"/>
            <a:ext cx="1917000" cy="1438500"/>
          </a:xfrm>
          <a:prstGeom prst="roundRect">
            <a:avLst>
              <a:gd fmla="val 943" name="adj"/>
            </a:avLst>
          </a:prstGeom>
          <a:solidFill>
            <a:schemeClr val="lt2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0" name="Google Shape;420;p40"/>
          <p:cNvSpPr/>
          <p:nvPr/>
        </p:nvSpPr>
        <p:spPr>
          <a:xfrm>
            <a:off x="602463" y="3084692"/>
            <a:ext cx="1917000" cy="1438500"/>
          </a:xfrm>
          <a:prstGeom prst="roundRect">
            <a:avLst>
              <a:gd fmla="val 943" name="adj"/>
            </a:avLst>
          </a:prstGeom>
          <a:solidFill>
            <a:schemeClr val="dk1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1" name="Google Shape;421;p40"/>
          <p:cNvSpPr txBox="1"/>
          <p:nvPr>
            <p:ph idx="19" type="subTitle"/>
          </p:nvPr>
        </p:nvSpPr>
        <p:spPr>
          <a:xfrm>
            <a:off x="761613" y="1751425"/>
            <a:ext cx="15987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/>
        </p:txBody>
      </p:sp>
      <p:sp>
        <p:nvSpPr>
          <p:cNvPr id="422" name="Google Shape;422;p40"/>
          <p:cNvSpPr txBox="1"/>
          <p:nvPr>
            <p:ph idx="20" type="subTitle"/>
          </p:nvPr>
        </p:nvSpPr>
        <p:spPr>
          <a:xfrm>
            <a:off x="761613" y="2114379"/>
            <a:ext cx="15987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423" name="Google Shape;423;p40"/>
          <p:cNvSpPr txBox="1"/>
          <p:nvPr>
            <p:ph idx="21" type="subTitle"/>
          </p:nvPr>
        </p:nvSpPr>
        <p:spPr>
          <a:xfrm>
            <a:off x="761613" y="2317362"/>
            <a:ext cx="15987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b="1" sz="700"/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700"/>
              <a:buNone/>
              <a:defRPr b="1" sz="700"/>
            </a:lvl9pPr>
          </a:lstStyle>
          <a:p/>
        </p:txBody>
      </p:sp>
      <p:sp>
        <p:nvSpPr>
          <p:cNvPr id="424" name="Google Shape;424;p40"/>
          <p:cNvSpPr txBox="1"/>
          <p:nvPr>
            <p:ph idx="22" type="subTitle"/>
          </p:nvPr>
        </p:nvSpPr>
        <p:spPr>
          <a:xfrm>
            <a:off x="761613" y="3219473"/>
            <a:ext cx="1598700" cy="26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5" name="Google Shape;425;p40"/>
          <p:cNvSpPr txBox="1"/>
          <p:nvPr>
            <p:ph idx="23" type="subTitle"/>
          </p:nvPr>
        </p:nvSpPr>
        <p:spPr>
          <a:xfrm>
            <a:off x="761613" y="3582427"/>
            <a:ext cx="15987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6" name="Google Shape;426;p40"/>
          <p:cNvSpPr txBox="1"/>
          <p:nvPr>
            <p:ph idx="24" type="subTitle"/>
          </p:nvPr>
        </p:nvSpPr>
        <p:spPr>
          <a:xfrm>
            <a:off x="761613" y="3785411"/>
            <a:ext cx="1598700" cy="3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700"/>
              <a:buNone/>
              <a:defRPr b="1" sz="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9 Big number">
  <p:cSld name="CUSTOM_11">
    <p:bg>
      <p:bgPr>
        <a:solidFill>
          <a:schemeClr val="dk1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1"/>
          <p:cNvSpPr txBox="1"/>
          <p:nvPr>
            <p:ph type="title"/>
          </p:nvPr>
        </p:nvSpPr>
        <p:spPr>
          <a:xfrm>
            <a:off x="602463" y="1788350"/>
            <a:ext cx="7939200" cy="141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9" name="Google Shape;429;p41"/>
          <p:cNvSpPr txBox="1"/>
          <p:nvPr>
            <p:ph idx="1" type="subTitle"/>
          </p:nvPr>
        </p:nvSpPr>
        <p:spPr>
          <a:xfrm>
            <a:off x="2309775" y="3289288"/>
            <a:ext cx="45246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0 PC + title + text right">
  <p:cSld name="CUSTOM_12"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2"/>
          <p:cNvSpPr txBox="1"/>
          <p:nvPr>
            <p:ph type="title"/>
          </p:nvPr>
        </p:nvSpPr>
        <p:spPr>
          <a:xfrm>
            <a:off x="602463" y="604275"/>
            <a:ext cx="5266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2" name="Google Shape;432;p42"/>
          <p:cNvSpPr/>
          <p:nvPr/>
        </p:nvSpPr>
        <p:spPr>
          <a:xfrm>
            <a:off x="6245163" y="-101175"/>
            <a:ext cx="2971800" cy="4644600"/>
          </a:xfrm>
          <a:prstGeom prst="roundRect">
            <a:avLst>
              <a:gd fmla="val 943" name="adj"/>
            </a:avLst>
          </a:prstGeom>
          <a:solidFill>
            <a:schemeClr val="accent3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3" name="Google Shape;433;p42"/>
          <p:cNvSpPr txBox="1"/>
          <p:nvPr>
            <p:ph idx="1" type="subTitle"/>
          </p:nvPr>
        </p:nvSpPr>
        <p:spPr>
          <a:xfrm>
            <a:off x="6624647" y="1600200"/>
            <a:ext cx="1917000" cy="19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b="1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34" name="Google Shape;434;p42"/>
          <p:cNvSpPr txBox="1"/>
          <p:nvPr>
            <p:ph idx="2" type="body"/>
          </p:nvPr>
        </p:nvSpPr>
        <p:spPr>
          <a:xfrm>
            <a:off x="6624650" y="1905000"/>
            <a:ext cx="1917000" cy="22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  <p:pic>
        <p:nvPicPr>
          <p:cNvPr id="435" name="Google Shape;435;p42" title="DK_EC_Laptop_clean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2894" y="1512538"/>
            <a:ext cx="5483162" cy="3084276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42"/>
          <p:cNvSpPr/>
          <p:nvPr>
            <p:ph idx="3" type="pic"/>
          </p:nvPr>
        </p:nvSpPr>
        <p:spPr>
          <a:xfrm>
            <a:off x="1205513" y="1756175"/>
            <a:ext cx="4018500" cy="2493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1 PC">
  <p:cSld name="CUSTOM_12_1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43" title="DK_EC_Laptop_clean.png"/>
          <p:cNvPicPr preferRelativeResize="0"/>
          <p:nvPr/>
        </p:nvPicPr>
        <p:blipFill rotWithShape="1">
          <a:blip r:embed="rId2">
            <a:alphaModFix/>
          </a:blip>
          <a:srcRect b="0" l="2529" r="2414" t="1970"/>
          <a:stretch/>
        </p:blipFill>
        <p:spPr>
          <a:xfrm>
            <a:off x="1037336" y="550662"/>
            <a:ext cx="7039560" cy="4083362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43"/>
          <p:cNvSpPr/>
          <p:nvPr>
            <p:ph idx="2" type="pic"/>
          </p:nvPr>
        </p:nvSpPr>
        <p:spPr>
          <a:xfrm>
            <a:off x="1867040" y="796225"/>
            <a:ext cx="5409900" cy="3348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2 Mobile 3 + Title + text right">
  <p:cSld name="CUSTOM_13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4"/>
          <p:cNvSpPr txBox="1"/>
          <p:nvPr>
            <p:ph type="title"/>
          </p:nvPr>
        </p:nvSpPr>
        <p:spPr>
          <a:xfrm>
            <a:off x="602463" y="604275"/>
            <a:ext cx="50658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2" name="Google Shape;442;p44"/>
          <p:cNvSpPr/>
          <p:nvPr/>
        </p:nvSpPr>
        <p:spPr>
          <a:xfrm>
            <a:off x="6245163" y="-101175"/>
            <a:ext cx="2971800" cy="4644600"/>
          </a:xfrm>
          <a:prstGeom prst="roundRect">
            <a:avLst>
              <a:gd fmla="val 943" name="adj"/>
            </a:avLst>
          </a:prstGeom>
          <a:solidFill>
            <a:schemeClr val="accent3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3" name="Google Shape;443;p44"/>
          <p:cNvSpPr txBox="1"/>
          <p:nvPr>
            <p:ph idx="1" type="subTitle"/>
          </p:nvPr>
        </p:nvSpPr>
        <p:spPr>
          <a:xfrm>
            <a:off x="6624647" y="1600200"/>
            <a:ext cx="1917000" cy="19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b="1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8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4" name="Google Shape;444;p44"/>
          <p:cNvSpPr txBox="1"/>
          <p:nvPr>
            <p:ph idx="2" type="body"/>
          </p:nvPr>
        </p:nvSpPr>
        <p:spPr>
          <a:xfrm>
            <a:off x="6624650" y="1905000"/>
            <a:ext cx="1917000" cy="22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  <p:pic>
        <p:nvPicPr>
          <p:cNvPr id="445" name="Google Shape;445;p44" title="Phon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2463" y="1600200"/>
            <a:ext cx="1460198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44" title="Phon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8367" y="1600200"/>
            <a:ext cx="1460198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44" title="Phon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14271" y="1600200"/>
            <a:ext cx="1460198" cy="2943225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44"/>
          <p:cNvSpPr/>
          <p:nvPr>
            <p:ph idx="3" type="pic"/>
          </p:nvPr>
        </p:nvSpPr>
        <p:spPr>
          <a:xfrm>
            <a:off x="680788" y="1645500"/>
            <a:ext cx="1300500" cy="2854500"/>
          </a:xfrm>
          <a:prstGeom prst="roundRect">
            <a:avLst>
              <a:gd fmla="val 10330" name="adj"/>
            </a:avLst>
          </a:prstGeom>
          <a:noFill/>
          <a:ln>
            <a:noFill/>
          </a:ln>
        </p:spPr>
      </p:sp>
      <p:sp>
        <p:nvSpPr>
          <p:cNvPr id="449" name="Google Shape;449;p44"/>
          <p:cNvSpPr/>
          <p:nvPr>
            <p:ph idx="4" type="pic"/>
          </p:nvPr>
        </p:nvSpPr>
        <p:spPr>
          <a:xfrm>
            <a:off x="2288219" y="1645500"/>
            <a:ext cx="1300500" cy="2854500"/>
          </a:xfrm>
          <a:prstGeom prst="roundRect">
            <a:avLst>
              <a:gd fmla="val 10330" name="adj"/>
            </a:avLst>
          </a:prstGeom>
          <a:noFill/>
          <a:ln>
            <a:noFill/>
          </a:ln>
        </p:spPr>
      </p:sp>
      <p:sp>
        <p:nvSpPr>
          <p:cNvPr id="450" name="Google Shape;450;p44"/>
          <p:cNvSpPr/>
          <p:nvPr>
            <p:ph idx="5" type="pic"/>
          </p:nvPr>
        </p:nvSpPr>
        <p:spPr>
          <a:xfrm>
            <a:off x="3893019" y="1645500"/>
            <a:ext cx="1300500" cy="2854500"/>
          </a:xfrm>
          <a:prstGeom prst="roundRect">
            <a:avLst>
              <a:gd fmla="val 1033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3 Mobile 2 + title + text">
  <p:cSld name="CUSTOM_13_1">
    <p:bg>
      <p:bgPr>
        <a:solidFill>
          <a:schemeClr val="accent3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5"/>
          <p:cNvSpPr txBox="1"/>
          <p:nvPr>
            <p:ph type="title"/>
          </p:nvPr>
        </p:nvSpPr>
        <p:spPr>
          <a:xfrm>
            <a:off x="602463" y="604275"/>
            <a:ext cx="3916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3" name="Google Shape;453;p45"/>
          <p:cNvSpPr txBox="1"/>
          <p:nvPr>
            <p:ph idx="1" type="body"/>
          </p:nvPr>
        </p:nvSpPr>
        <p:spPr>
          <a:xfrm>
            <a:off x="602475" y="1600200"/>
            <a:ext cx="3267000" cy="260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Char char="•"/>
              <a:defRPr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•"/>
              <a:defRPr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800"/>
              <a:buChar char="•"/>
              <a:defRPr/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800"/>
              <a:buChar char="•"/>
              <a:defRPr/>
            </a:lvl9pPr>
          </a:lstStyle>
          <a:p/>
        </p:txBody>
      </p:sp>
      <p:pic>
        <p:nvPicPr>
          <p:cNvPr id="454" name="Google Shape;454;p45" title="Phon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00375" y="1600200"/>
            <a:ext cx="1460198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45" title="Phon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06279" y="600075"/>
            <a:ext cx="1460198" cy="2943225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45"/>
          <p:cNvSpPr/>
          <p:nvPr>
            <p:ph idx="2" type="pic"/>
          </p:nvPr>
        </p:nvSpPr>
        <p:spPr>
          <a:xfrm>
            <a:off x="4880219" y="1645500"/>
            <a:ext cx="1300500" cy="2854500"/>
          </a:xfrm>
          <a:prstGeom prst="roundRect">
            <a:avLst>
              <a:gd fmla="val 10330" name="adj"/>
            </a:avLst>
          </a:prstGeom>
          <a:noFill/>
          <a:ln>
            <a:noFill/>
          </a:ln>
        </p:spPr>
      </p:sp>
      <p:sp>
        <p:nvSpPr>
          <p:cNvPr id="457" name="Google Shape;457;p45"/>
          <p:cNvSpPr/>
          <p:nvPr>
            <p:ph idx="3" type="pic"/>
          </p:nvPr>
        </p:nvSpPr>
        <p:spPr>
          <a:xfrm>
            <a:off x="6486119" y="644438"/>
            <a:ext cx="1300500" cy="2854500"/>
          </a:xfrm>
          <a:prstGeom prst="roundRect">
            <a:avLst>
              <a:gd fmla="val 1033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4 Mobile 1 + title + text">
  <p:cSld name="CUSTOM_13_1_1">
    <p:bg>
      <p:bgPr>
        <a:noFill/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6"/>
          <p:cNvSpPr/>
          <p:nvPr/>
        </p:nvSpPr>
        <p:spPr>
          <a:xfrm>
            <a:off x="-76812" y="-101175"/>
            <a:ext cx="6312900" cy="5244600"/>
          </a:xfrm>
          <a:prstGeom prst="roundRect">
            <a:avLst>
              <a:gd fmla="val 943" name="adj"/>
            </a:avLst>
          </a:prstGeom>
          <a:solidFill>
            <a:schemeClr val="dk1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0" name="Google Shape;460;p46"/>
          <p:cNvSpPr txBox="1"/>
          <p:nvPr>
            <p:ph type="title"/>
          </p:nvPr>
        </p:nvSpPr>
        <p:spPr>
          <a:xfrm>
            <a:off x="602463" y="604275"/>
            <a:ext cx="49713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1" name="Google Shape;461;p46"/>
          <p:cNvSpPr txBox="1"/>
          <p:nvPr>
            <p:ph idx="1" type="body"/>
          </p:nvPr>
        </p:nvSpPr>
        <p:spPr>
          <a:xfrm>
            <a:off x="602475" y="1600200"/>
            <a:ext cx="4971300" cy="260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1pPr>
            <a:lvl2pPr indent="-2984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Char char="•"/>
              <a:defRPr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•"/>
              <a:defRPr>
                <a:solidFill>
                  <a:schemeClr val="lt1"/>
                </a:solidFill>
              </a:defRPr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>
                <a:solidFill>
                  <a:schemeClr val="lt1"/>
                </a:solidFill>
              </a:defRPr>
            </a:lvl4pPr>
            <a:lvl5pPr indent="-2794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5pPr>
            <a:lvl6pPr indent="-2794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6pPr>
            <a:lvl7pPr indent="-2794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7pPr>
            <a:lvl8pPr indent="-2794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8pPr>
            <a:lvl9pPr indent="-2794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462" name="Google Shape;462;p46" title="Phon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24649" y="600075"/>
            <a:ext cx="1916900" cy="3863764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46"/>
          <p:cNvSpPr/>
          <p:nvPr>
            <p:ph idx="2" type="pic"/>
          </p:nvPr>
        </p:nvSpPr>
        <p:spPr>
          <a:xfrm>
            <a:off x="6723975" y="655838"/>
            <a:ext cx="1719000" cy="3752400"/>
          </a:xfrm>
          <a:prstGeom prst="roundRect">
            <a:avLst>
              <a:gd fmla="val 11565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5 Quote">
  <p:cSld name="CUSTOM_14">
    <p:bg>
      <p:bgPr>
        <a:solidFill>
          <a:schemeClr val="dk1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Google Shape;465;p47" title="agenda splash blue.png"/>
          <p:cNvPicPr preferRelativeResize="0"/>
          <p:nvPr/>
        </p:nvPicPr>
        <p:blipFill rotWithShape="1">
          <a:blip r:embed="rId2">
            <a:alphaModFix/>
          </a:blip>
          <a:srcRect b="0" l="120" r="120" t="0"/>
          <a:stretch/>
        </p:blipFill>
        <p:spPr>
          <a:xfrm>
            <a:off x="5274475" y="1"/>
            <a:ext cx="3869525" cy="3860216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47"/>
          <p:cNvSpPr txBox="1"/>
          <p:nvPr>
            <p:ph idx="1" type="subTitle"/>
          </p:nvPr>
        </p:nvSpPr>
        <p:spPr>
          <a:xfrm>
            <a:off x="602750" y="1285875"/>
            <a:ext cx="5346900" cy="25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500"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/>
            </a:lvl9pPr>
          </a:lstStyle>
          <a:p/>
        </p:txBody>
      </p:sp>
      <p:sp>
        <p:nvSpPr>
          <p:cNvPr id="467" name="Google Shape;467;p47"/>
          <p:cNvSpPr txBox="1"/>
          <p:nvPr>
            <p:ph idx="2" type="subTitle"/>
          </p:nvPr>
        </p:nvSpPr>
        <p:spPr>
          <a:xfrm>
            <a:off x="595313" y="4048125"/>
            <a:ext cx="3923100" cy="49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468" name="Google Shape;468;p47" title="Quo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313" y="600075"/>
            <a:ext cx="890588" cy="54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6 Quote + photo">
  <p:cSld name="CUSTOM_15">
    <p:bg>
      <p:bgPr>
        <a:solidFill>
          <a:schemeClr val="accent3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8"/>
          <p:cNvSpPr txBox="1"/>
          <p:nvPr>
            <p:ph type="title"/>
          </p:nvPr>
        </p:nvSpPr>
        <p:spPr>
          <a:xfrm>
            <a:off x="602463" y="1285875"/>
            <a:ext cx="4591200" cy="26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471" name="Google Shape;471;p48" title="Quo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95313" y="600075"/>
            <a:ext cx="890588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48"/>
          <p:cNvSpPr txBox="1"/>
          <p:nvPr>
            <p:ph idx="1" type="subTitle"/>
          </p:nvPr>
        </p:nvSpPr>
        <p:spPr>
          <a:xfrm>
            <a:off x="595313" y="4048125"/>
            <a:ext cx="3923100" cy="49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3" name="Google Shape;473;p48"/>
          <p:cNvSpPr/>
          <p:nvPr>
            <p:ph idx="2" type="pic"/>
          </p:nvPr>
        </p:nvSpPr>
        <p:spPr>
          <a:xfrm>
            <a:off x="5949576" y="-80200"/>
            <a:ext cx="3283800" cy="4623600"/>
          </a:xfrm>
          <a:prstGeom prst="roundRect">
            <a:avLst>
              <a:gd fmla="val 685" name="adj"/>
            </a:avLst>
          </a:prstGeom>
          <a:solidFill>
            <a:srgbClr val="F2F2F2"/>
          </a:solidFill>
          <a:ln>
            <a:noFill/>
          </a:ln>
          <a:effectLst>
            <a:outerShdw rotWithShape="0" algn="bl">
              <a:srgbClr val="000000">
                <a:alpha val="0"/>
              </a:srgbClr>
            </a:outerShdw>
            <a:reflection blurRad="0" dir="0" dist="0" endA="0" endPos="1000" fadeDir="5400012" kx="0" rotWithShape="0" algn="bl" stA="0" stPos="0" sy="-100000" ky="0"/>
          </a:effectLst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7Timeline 4 points">
  <p:cSld name="CUSTOM_16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9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476" name="Google Shape;476;p49"/>
          <p:cNvCxnSpPr/>
          <p:nvPr/>
        </p:nvCxnSpPr>
        <p:spPr>
          <a:xfrm>
            <a:off x="-37212" y="3117950"/>
            <a:ext cx="9264600" cy="0"/>
          </a:xfrm>
          <a:prstGeom prst="straightConnector1">
            <a:avLst/>
          </a:prstGeom>
          <a:noFill/>
          <a:ln cap="flat" cmpd="sng" w="143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7" name="Google Shape;477;p49"/>
          <p:cNvCxnSpPr/>
          <p:nvPr/>
        </p:nvCxnSpPr>
        <p:spPr>
          <a:xfrm>
            <a:off x="605339" y="1624966"/>
            <a:ext cx="0" cy="15180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478" name="Google Shape;478;p49"/>
          <p:cNvSpPr txBox="1"/>
          <p:nvPr>
            <p:ph idx="1" type="subTitle"/>
          </p:nvPr>
        </p:nvSpPr>
        <p:spPr>
          <a:xfrm>
            <a:off x="602475" y="1600200"/>
            <a:ext cx="1917000" cy="11796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79" name="Google Shape;479;p49"/>
          <p:cNvSpPr txBox="1"/>
          <p:nvPr>
            <p:ph idx="2" type="subTitle"/>
          </p:nvPr>
        </p:nvSpPr>
        <p:spPr>
          <a:xfrm>
            <a:off x="602475" y="2883581"/>
            <a:ext cx="19170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480" name="Google Shape;480;p49"/>
          <p:cNvCxnSpPr/>
          <p:nvPr/>
        </p:nvCxnSpPr>
        <p:spPr>
          <a:xfrm>
            <a:off x="4628439" y="1624966"/>
            <a:ext cx="0" cy="15180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481" name="Google Shape;481;p49"/>
          <p:cNvSpPr txBox="1"/>
          <p:nvPr>
            <p:ph idx="3" type="subTitle"/>
          </p:nvPr>
        </p:nvSpPr>
        <p:spPr>
          <a:xfrm>
            <a:off x="4625575" y="1600200"/>
            <a:ext cx="1917000" cy="11796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82" name="Google Shape;482;p49"/>
          <p:cNvSpPr txBox="1"/>
          <p:nvPr>
            <p:ph idx="4" type="subTitle"/>
          </p:nvPr>
        </p:nvSpPr>
        <p:spPr>
          <a:xfrm>
            <a:off x="4625575" y="2883581"/>
            <a:ext cx="19170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483" name="Google Shape;483;p49"/>
          <p:cNvCxnSpPr/>
          <p:nvPr/>
        </p:nvCxnSpPr>
        <p:spPr>
          <a:xfrm rot="10800000">
            <a:off x="2616888" y="3086782"/>
            <a:ext cx="0" cy="14493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484" name="Google Shape;484;p49"/>
          <p:cNvSpPr txBox="1"/>
          <p:nvPr>
            <p:ph idx="5" type="subTitle"/>
          </p:nvPr>
        </p:nvSpPr>
        <p:spPr>
          <a:xfrm>
            <a:off x="2614025" y="3356860"/>
            <a:ext cx="1917000" cy="1179600"/>
          </a:xfrm>
          <a:prstGeom prst="rect">
            <a:avLst/>
          </a:prstGeom>
        </p:spPr>
        <p:txBody>
          <a:bodyPr anchorCtr="0" anchor="b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85" name="Google Shape;485;p49"/>
          <p:cNvSpPr txBox="1"/>
          <p:nvPr>
            <p:ph idx="6" type="subTitle"/>
          </p:nvPr>
        </p:nvSpPr>
        <p:spPr>
          <a:xfrm>
            <a:off x="2614025" y="3167814"/>
            <a:ext cx="19170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486" name="Google Shape;486;p49"/>
          <p:cNvCxnSpPr/>
          <p:nvPr/>
        </p:nvCxnSpPr>
        <p:spPr>
          <a:xfrm rot="10800000">
            <a:off x="6627513" y="3086782"/>
            <a:ext cx="0" cy="14493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487" name="Google Shape;487;p49"/>
          <p:cNvSpPr txBox="1"/>
          <p:nvPr>
            <p:ph idx="7" type="subTitle"/>
          </p:nvPr>
        </p:nvSpPr>
        <p:spPr>
          <a:xfrm>
            <a:off x="6624650" y="3356860"/>
            <a:ext cx="1917000" cy="1179600"/>
          </a:xfrm>
          <a:prstGeom prst="rect">
            <a:avLst/>
          </a:prstGeom>
        </p:spPr>
        <p:txBody>
          <a:bodyPr anchorCtr="0" anchor="b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88" name="Google Shape;488;p49"/>
          <p:cNvSpPr txBox="1"/>
          <p:nvPr>
            <p:ph idx="8" type="subTitle"/>
          </p:nvPr>
        </p:nvSpPr>
        <p:spPr>
          <a:xfrm>
            <a:off x="6624650" y="3167814"/>
            <a:ext cx="19170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8 Timeline 8 points">
  <p:cSld name="CUSTOM_16_1"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0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491" name="Google Shape;491;p50"/>
          <p:cNvCxnSpPr/>
          <p:nvPr/>
        </p:nvCxnSpPr>
        <p:spPr>
          <a:xfrm>
            <a:off x="-7807" y="3117950"/>
            <a:ext cx="9150300" cy="0"/>
          </a:xfrm>
          <a:prstGeom prst="straightConnector1">
            <a:avLst/>
          </a:prstGeom>
          <a:noFill/>
          <a:ln cap="flat" cmpd="sng" w="143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2" name="Google Shape;492;p50"/>
          <p:cNvCxnSpPr/>
          <p:nvPr/>
        </p:nvCxnSpPr>
        <p:spPr>
          <a:xfrm>
            <a:off x="605339" y="1624966"/>
            <a:ext cx="0" cy="15180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493" name="Google Shape;493;p50"/>
          <p:cNvSpPr txBox="1"/>
          <p:nvPr>
            <p:ph idx="1" type="subTitle"/>
          </p:nvPr>
        </p:nvSpPr>
        <p:spPr>
          <a:xfrm>
            <a:off x="602475" y="1600200"/>
            <a:ext cx="1269300" cy="11796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94" name="Google Shape;494;p50"/>
          <p:cNvSpPr txBox="1"/>
          <p:nvPr>
            <p:ph idx="2" type="subTitle"/>
          </p:nvPr>
        </p:nvSpPr>
        <p:spPr>
          <a:xfrm>
            <a:off x="602475" y="2883587"/>
            <a:ext cx="12693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495" name="Google Shape;495;p50"/>
          <p:cNvCxnSpPr/>
          <p:nvPr/>
        </p:nvCxnSpPr>
        <p:spPr>
          <a:xfrm>
            <a:off x="2431133" y="1624966"/>
            <a:ext cx="0" cy="15180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496" name="Google Shape;496;p50"/>
          <p:cNvSpPr txBox="1"/>
          <p:nvPr>
            <p:ph idx="3" type="subTitle"/>
          </p:nvPr>
        </p:nvSpPr>
        <p:spPr>
          <a:xfrm>
            <a:off x="2428269" y="1600200"/>
            <a:ext cx="1269300" cy="11796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97" name="Google Shape;497;p50"/>
          <p:cNvSpPr txBox="1"/>
          <p:nvPr>
            <p:ph idx="4" type="subTitle"/>
          </p:nvPr>
        </p:nvSpPr>
        <p:spPr>
          <a:xfrm>
            <a:off x="2428269" y="2883581"/>
            <a:ext cx="12693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498" name="Google Shape;498;p50"/>
          <p:cNvCxnSpPr/>
          <p:nvPr/>
        </p:nvCxnSpPr>
        <p:spPr>
          <a:xfrm rot="10800000">
            <a:off x="1547276" y="3086782"/>
            <a:ext cx="0" cy="14493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499" name="Google Shape;499;p50"/>
          <p:cNvSpPr txBox="1"/>
          <p:nvPr>
            <p:ph idx="5" type="subTitle"/>
          </p:nvPr>
        </p:nvSpPr>
        <p:spPr>
          <a:xfrm>
            <a:off x="1544413" y="3356860"/>
            <a:ext cx="1269300" cy="1179600"/>
          </a:xfrm>
          <a:prstGeom prst="rect">
            <a:avLst/>
          </a:prstGeom>
        </p:spPr>
        <p:txBody>
          <a:bodyPr anchorCtr="0" anchor="b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00" name="Google Shape;500;p50"/>
          <p:cNvSpPr txBox="1"/>
          <p:nvPr>
            <p:ph idx="6" type="subTitle"/>
          </p:nvPr>
        </p:nvSpPr>
        <p:spPr>
          <a:xfrm>
            <a:off x="1544413" y="3167814"/>
            <a:ext cx="12693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01" name="Google Shape;501;p50"/>
          <p:cNvCxnSpPr/>
          <p:nvPr/>
        </p:nvCxnSpPr>
        <p:spPr>
          <a:xfrm rot="10800000">
            <a:off x="3359238" y="3086782"/>
            <a:ext cx="0" cy="14493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502" name="Google Shape;502;p50"/>
          <p:cNvSpPr txBox="1"/>
          <p:nvPr>
            <p:ph idx="7" type="subTitle"/>
          </p:nvPr>
        </p:nvSpPr>
        <p:spPr>
          <a:xfrm>
            <a:off x="3356375" y="3356860"/>
            <a:ext cx="1269300" cy="1179600"/>
          </a:xfrm>
          <a:prstGeom prst="rect">
            <a:avLst/>
          </a:prstGeom>
        </p:spPr>
        <p:txBody>
          <a:bodyPr anchorCtr="0" anchor="b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03" name="Google Shape;503;p50"/>
          <p:cNvSpPr txBox="1"/>
          <p:nvPr>
            <p:ph idx="8" type="subTitle"/>
          </p:nvPr>
        </p:nvSpPr>
        <p:spPr>
          <a:xfrm>
            <a:off x="3356375" y="3167814"/>
            <a:ext cx="12693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04" name="Google Shape;504;p50"/>
          <p:cNvCxnSpPr/>
          <p:nvPr/>
        </p:nvCxnSpPr>
        <p:spPr>
          <a:xfrm>
            <a:off x="4288168" y="1624966"/>
            <a:ext cx="0" cy="15180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505" name="Google Shape;505;p50"/>
          <p:cNvSpPr txBox="1"/>
          <p:nvPr>
            <p:ph idx="9" type="subTitle"/>
          </p:nvPr>
        </p:nvSpPr>
        <p:spPr>
          <a:xfrm>
            <a:off x="4285305" y="1600200"/>
            <a:ext cx="1269300" cy="11796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06" name="Google Shape;506;p50"/>
          <p:cNvSpPr txBox="1"/>
          <p:nvPr>
            <p:ph idx="13" type="subTitle"/>
          </p:nvPr>
        </p:nvSpPr>
        <p:spPr>
          <a:xfrm>
            <a:off x="4285305" y="2883581"/>
            <a:ext cx="12693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07" name="Google Shape;507;p50"/>
          <p:cNvCxnSpPr/>
          <p:nvPr/>
        </p:nvCxnSpPr>
        <p:spPr>
          <a:xfrm rot="10800000">
            <a:off x="5196388" y="3086782"/>
            <a:ext cx="0" cy="14493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508" name="Google Shape;508;p50"/>
          <p:cNvSpPr txBox="1"/>
          <p:nvPr>
            <p:ph idx="14" type="subTitle"/>
          </p:nvPr>
        </p:nvSpPr>
        <p:spPr>
          <a:xfrm>
            <a:off x="5193525" y="3356860"/>
            <a:ext cx="1269300" cy="1179600"/>
          </a:xfrm>
          <a:prstGeom prst="rect">
            <a:avLst/>
          </a:prstGeom>
        </p:spPr>
        <p:txBody>
          <a:bodyPr anchorCtr="0" anchor="b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09" name="Google Shape;509;p50"/>
          <p:cNvSpPr txBox="1"/>
          <p:nvPr>
            <p:ph idx="15" type="subTitle"/>
          </p:nvPr>
        </p:nvSpPr>
        <p:spPr>
          <a:xfrm>
            <a:off x="5193525" y="3167814"/>
            <a:ext cx="12693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10" name="Google Shape;510;p50"/>
          <p:cNvCxnSpPr/>
          <p:nvPr/>
        </p:nvCxnSpPr>
        <p:spPr>
          <a:xfrm>
            <a:off x="6125318" y="1624966"/>
            <a:ext cx="0" cy="15180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511" name="Google Shape;511;p50"/>
          <p:cNvSpPr txBox="1"/>
          <p:nvPr>
            <p:ph idx="16" type="subTitle"/>
          </p:nvPr>
        </p:nvSpPr>
        <p:spPr>
          <a:xfrm>
            <a:off x="6122455" y="1600200"/>
            <a:ext cx="1269300" cy="11796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12" name="Google Shape;512;p50"/>
          <p:cNvSpPr txBox="1"/>
          <p:nvPr>
            <p:ph idx="17" type="subTitle"/>
          </p:nvPr>
        </p:nvSpPr>
        <p:spPr>
          <a:xfrm>
            <a:off x="6122455" y="2883581"/>
            <a:ext cx="12693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13" name="Google Shape;513;p50"/>
          <p:cNvCxnSpPr/>
          <p:nvPr/>
        </p:nvCxnSpPr>
        <p:spPr>
          <a:xfrm rot="10800000">
            <a:off x="7010115" y="3086782"/>
            <a:ext cx="0" cy="14493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514" name="Google Shape;514;p50"/>
          <p:cNvSpPr txBox="1"/>
          <p:nvPr>
            <p:ph idx="18" type="subTitle"/>
          </p:nvPr>
        </p:nvSpPr>
        <p:spPr>
          <a:xfrm>
            <a:off x="7007253" y="3356860"/>
            <a:ext cx="1269300" cy="1179600"/>
          </a:xfrm>
          <a:prstGeom prst="rect">
            <a:avLst/>
          </a:prstGeom>
        </p:spPr>
        <p:txBody>
          <a:bodyPr anchorCtr="0" anchor="b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15" name="Google Shape;515;p50"/>
          <p:cNvSpPr txBox="1"/>
          <p:nvPr>
            <p:ph idx="19" type="subTitle"/>
          </p:nvPr>
        </p:nvSpPr>
        <p:spPr>
          <a:xfrm>
            <a:off x="7007253" y="3167814"/>
            <a:ext cx="12693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9 Timeline 12 points">
  <p:cSld name="CUSTOM_16_1_1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7" name="Google Shape;517;p51"/>
          <p:cNvCxnSpPr/>
          <p:nvPr/>
        </p:nvCxnSpPr>
        <p:spPr>
          <a:xfrm>
            <a:off x="-7807" y="3117950"/>
            <a:ext cx="9150300" cy="0"/>
          </a:xfrm>
          <a:prstGeom prst="straightConnector1">
            <a:avLst/>
          </a:prstGeom>
          <a:noFill/>
          <a:ln cap="flat" cmpd="sng" w="143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8" name="Google Shape;518;p51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519" name="Google Shape;519;p51"/>
          <p:cNvCxnSpPr/>
          <p:nvPr/>
        </p:nvCxnSpPr>
        <p:spPr>
          <a:xfrm>
            <a:off x="605339" y="1624966"/>
            <a:ext cx="0" cy="15180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520" name="Google Shape;520;p51"/>
          <p:cNvSpPr txBox="1"/>
          <p:nvPr>
            <p:ph idx="1" type="subTitle"/>
          </p:nvPr>
        </p:nvSpPr>
        <p:spPr>
          <a:xfrm>
            <a:off x="602475" y="1600200"/>
            <a:ext cx="1000200" cy="11796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21" name="Google Shape;521;p51"/>
          <p:cNvSpPr txBox="1"/>
          <p:nvPr>
            <p:ph idx="2" type="subTitle"/>
          </p:nvPr>
        </p:nvSpPr>
        <p:spPr>
          <a:xfrm>
            <a:off x="602475" y="2883587"/>
            <a:ext cx="10002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22" name="Google Shape;522;p51"/>
          <p:cNvCxnSpPr/>
          <p:nvPr/>
        </p:nvCxnSpPr>
        <p:spPr>
          <a:xfrm rot="10800000">
            <a:off x="1547276" y="3086782"/>
            <a:ext cx="0" cy="14493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523" name="Google Shape;523;p51"/>
          <p:cNvSpPr txBox="1"/>
          <p:nvPr>
            <p:ph idx="3" type="subTitle"/>
          </p:nvPr>
        </p:nvSpPr>
        <p:spPr>
          <a:xfrm>
            <a:off x="1544413" y="3356860"/>
            <a:ext cx="1000200" cy="1179600"/>
          </a:xfrm>
          <a:prstGeom prst="rect">
            <a:avLst/>
          </a:prstGeom>
        </p:spPr>
        <p:txBody>
          <a:bodyPr anchorCtr="0" anchor="b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24" name="Google Shape;524;p51"/>
          <p:cNvSpPr txBox="1"/>
          <p:nvPr>
            <p:ph idx="4" type="subTitle"/>
          </p:nvPr>
        </p:nvSpPr>
        <p:spPr>
          <a:xfrm>
            <a:off x="1544413" y="3167814"/>
            <a:ext cx="10002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25" name="Google Shape;525;p51"/>
          <p:cNvCxnSpPr/>
          <p:nvPr/>
        </p:nvCxnSpPr>
        <p:spPr>
          <a:xfrm>
            <a:off x="1820589" y="1624966"/>
            <a:ext cx="0" cy="15180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526" name="Google Shape;526;p51"/>
          <p:cNvSpPr txBox="1"/>
          <p:nvPr>
            <p:ph idx="5" type="subTitle"/>
          </p:nvPr>
        </p:nvSpPr>
        <p:spPr>
          <a:xfrm>
            <a:off x="1817725" y="1600200"/>
            <a:ext cx="1000200" cy="11796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27" name="Google Shape;527;p51"/>
          <p:cNvSpPr txBox="1"/>
          <p:nvPr>
            <p:ph idx="6" type="subTitle"/>
          </p:nvPr>
        </p:nvSpPr>
        <p:spPr>
          <a:xfrm>
            <a:off x="1817725" y="2883587"/>
            <a:ext cx="10002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28" name="Google Shape;528;p51"/>
          <p:cNvCxnSpPr/>
          <p:nvPr/>
        </p:nvCxnSpPr>
        <p:spPr>
          <a:xfrm rot="10800000">
            <a:off x="2762526" y="3086782"/>
            <a:ext cx="0" cy="14493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529" name="Google Shape;529;p51"/>
          <p:cNvSpPr txBox="1"/>
          <p:nvPr>
            <p:ph idx="7" type="subTitle"/>
          </p:nvPr>
        </p:nvSpPr>
        <p:spPr>
          <a:xfrm>
            <a:off x="2759663" y="3356860"/>
            <a:ext cx="1000200" cy="1179600"/>
          </a:xfrm>
          <a:prstGeom prst="rect">
            <a:avLst/>
          </a:prstGeom>
        </p:spPr>
        <p:txBody>
          <a:bodyPr anchorCtr="0" anchor="b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30" name="Google Shape;530;p51"/>
          <p:cNvSpPr txBox="1"/>
          <p:nvPr>
            <p:ph idx="8" type="subTitle"/>
          </p:nvPr>
        </p:nvSpPr>
        <p:spPr>
          <a:xfrm>
            <a:off x="2759663" y="3167814"/>
            <a:ext cx="10002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31" name="Google Shape;531;p51"/>
          <p:cNvCxnSpPr/>
          <p:nvPr/>
        </p:nvCxnSpPr>
        <p:spPr>
          <a:xfrm>
            <a:off x="3027639" y="1624966"/>
            <a:ext cx="0" cy="15180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532" name="Google Shape;532;p51"/>
          <p:cNvSpPr txBox="1"/>
          <p:nvPr>
            <p:ph idx="9" type="subTitle"/>
          </p:nvPr>
        </p:nvSpPr>
        <p:spPr>
          <a:xfrm>
            <a:off x="3024775" y="1600200"/>
            <a:ext cx="1000200" cy="11796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33" name="Google Shape;533;p51"/>
          <p:cNvSpPr txBox="1"/>
          <p:nvPr>
            <p:ph idx="13" type="subTitle"/>
          </p:nvPr>
        </p:nvSpPr>
        <p:spPr>
          <a:xfrm>
            <a:off x="3024775" y="2883587"/>
            <a:ext cx="10002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34" name="Google Shape;534;p51"/>
          <p:cNvCxnSpPr/>
          <p:nvPr/>
        </p:nvCxnSpPr>
        <p:spPr>
          <a:xfrm rot="10800000">
            <a:off x="3969576" y="3086782"/>
            <a:ext cx="0" cy="14493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535" name="Google Shape;535;p51"/>
          <p:cNvSpPr txBox="1"/>
          <p:nvPr>
            <p:ph idx="14" type="subTitle"/>
          </p:nvPr>
        </p:nvSpPr>
        <p:spPr>
          <a:xfrm>
            <a:off x="3966713" y="3356860"/>
            <a:ext cx="1000200" cy="1179600"/>
          </a:xfrm>
          <a:prstGeom prst="rect">
            <a:avLst/>
          </a:prstGeom>
        </p:spPr>
        <p:txBody>
          <a:bodyPr anchorCtr="0" anchor="b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36" name="Google Shape;536;p51"/>
          <p:cNvSpPr txBox="1"/>
          <p:nvPr>
            <p:ph idx="15" type="subTitle"/>
          </p:nvPr>
        </p:nvSpPr>
        <p:spPr>
          <a:xfrm>
            <a:off x="3966713" y="3167814"/>
            <a:ext cx="10002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37" name="Google Shape;537;p51"/>
          <p:cNvCxnSpPr/>
          <p:nvPr/>
        </p:nvCxnSpPr>
        <p:spPr>
          <a:xfrm>
            <a:off x="4225395" y="1624966"/>
            <a:ext cx="0" cy="15180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538" name="Google Shape;538;p51"/>
          <p:cNvSpPr txBox="1"/>
          <p:nvPr>
            <p:ph idx="16" type="subTitle"/>
          </p:nvPr>
        </p:nvSpPr>
        <p:spPr>
          <a:xfrm>
            <a:off x="4222531" y="1600200"/>
            <a:ext cx="1000200" cy="11796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39" name="Google Shape;539;p51"/>
          <p:cNvSpPr txBox="1"/>
          <p:nvPr>
            <p:ph idx="17" type="subTitle"/>
          </p:nvPr>
        </p:nvSpPr>
        <p:spPr>
          <a:xfrm>
            <a:off x="4222531" y="2883587"/>
            <a:ext cx="10002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40" name="Google Shape;540;p51"/>
          <p:cNvCxnSpPr/>
          <p:nvPr/>
        </p:nvCxnSpPr>
        <p:spPr>
          <a:xfrm rot="10800000">
            <a:off x="5167332" y="3086782"/>
            <a:ext cx="0" cy="14493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541" name="Google Shape;541;p51"/>
          <p:cNvSpPr txBox="1"/>
          <p:nvPr>
            <p:ph idx="18" type="subTitle"/>
          </p:nvPr>
        </p:nvSpPr>
        <p:spPr>
          <a:xfrm>
            <a:off x="5164469" y="3356860"/>
            <a:ext cx="1000200" cy="1179600"/>
          </a:xfrm>
          <a:prstGeom prst="rect">
            <a:avLst/>
          </a:prstGeom>
        </p:spPr>
        <p:txBody>
          <a:bodyPr anchorCtr="0" anchor="b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42" name="Google Shape;542;p51"/>
          <p:cNvSpPr txBox="1"/>
          <p:nvPr>
            <p:ph idx="19" type="subTitle"/>
          </p:nvPr>
        </p:nvSpPr>
        <p:spPr>
          <a:xfrm>
            <a:off x="5164469" y="3167814"/>
            <a:ext cx="10002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43" name="Google Shape;543;p51"/>
          <p:cNvCxnSpPr/>
          <p:nvPr/>
        </p:nvCxnSpPr>
        <p:spPr>
          <a:xfrm>
            <a:off x="5430390" y="1624966"/>
            <a:ext cx="0" cy="15180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544" name="Google Shape;544;p51"/>
          <p:cNvSpPr txBox="1"/>
          <p:nvPr>
            <p:ph idx="20" type="subTitle"/>
          </p:nvPr>
        </p:nvSpPr>
        <p:spPr>
          <a:xfrm>
            <a:off x="5427526" y="1600200"/>
            <a:ext cx="1000200" cy="11796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45" name="Google Shape;545;p51"/>
          <p:cNvSpPr txBox="1"/>
          <p:nvPr>
            <p:ph idx="21" type="subTitle"/>
          </p:nvPr>
        </p:nvSpPr>
        <p:spPr>
          <a:xfrm>
            <a:off x="5427526" y="2883587"/>
            <a:ext cx="10002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46" name="Google Shape;546;p51"/>
          <p:cNvCxnSpPr/>
          <p:nvPr/>
        </p:nvCxnSpPr>
        <p:spPr>
          <a:xfrm rot="10800000">
            <a:off x="6372327" y="3086782"/>
            <a:ext cx="0" cy="14493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547" name="Google Shape;547;p51"/>
          <p:cNvSpPr txBox="1"/>
          <p:nvPr>
            <p:ph idx="22" type="subTitle"/>
          </p:nvPr>
        </p:nvSpPr>
        <p:spPr>
          <a:xfrm>
            <a:off x="6369464" y="3356860"/>
            <a:ext cx="1000200" cy="1179600"/>
          </a:xfrm>
          <a:prstGeom prst="rect">
            <a:avLst/>
          </a:prstGeom>
        </p:spPr>
        <p:txBody>
          <a:bodyPr anchorCtr="0" anchor="b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48" name="Google Shape;548;p51"/>
          <p:cNvSpPr txBox="1"/>
          <p:nvPr>
            <p:ph idx="23" type="subTitle"/>
          </p:nvPr>
        </p:nvSpPr>
        <p:spPr>
          <a:xfrm>
            <a:off x="6369464" y="3167814"/>
            <a:ext cx="10002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49" name="Google Shape;549;p51"/>
          <p:cNvCxnSpPr/>
          <p:nvPr/>
        </p:nvCxnSpPr>
        <p:spPr>
          <a:xfrm>
            <a:off x="6630215" y="1624966"/>
            <a:ext cx="0" cy="15180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550" name="Google Shape;550;p51"/>
          <p:cNvSpPr txBox="1"/>
          <p:nvPr>
            <p:ph idx="24" type="subTitle"/>
          </p:nvPr>
        </p:nvSpPr>
        <p:spPr>
          <a:xfrm>
            <a:off x="6627351" y="1600200"/>
            <a:ext cx="1000200" cy="11796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51" name="Google Shape;551;p51"/>
          <p:cNvSpPr txBox="1"/>
          <p:nvPr>
            <p:ph idx="25" type="subTitle"/>
          </p:nvPr>
        </p:nvSpPr>
        <p:spPr>
          <a:xfrm>
            <a:off x="6627351" y="2883587"/>
            <a:ext cx="10002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552" name="Google Shape;552;p51"/>
          <p:cNvCxnSpPr/>
          <p:nvPr/>
        </p:nvCxnSpPr>
        <p:spPr>
          <a:xfrm rot="10800000">
            <a:off x="7572152" y="3086782"/>
            <a:ext cx="0" cy="144930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dot"/>
            <a:round/>
            <a:headEnd len="med" w="med" type="none"/>
            <a:tailEnd len="med" w="med" type="oval"/>
          </a:ln>
        </p:spPr>
      </p:cxnSp>
      <p:sp>
        <p:nvSpPr>
          <p:cNvPr id="553" name="Google Shape;553;p51"/>
          <p:cNvSpPr txBox="1"/>
          <p:nvPr>
            <p:ph idx="26" type="subTitle"/>
          </p:nvPr>
        </p:nvSpPr>
        <p:spPr>
          <a:xfrm>
            <a:off x="7569289" y="3356860"/>
            <a:ext cx="1000200" cy="1179600"/>
          </a:xfrm>
          <a:prstGeom prst="rect">
            <a:avLst/>
          </a:prstGeom>
        </p:spPr>
        <p:txBody>
          <a:bodyPr anchorCtr="0" anchor="b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80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800"/>
              </a:spcBef>
              <a:spcAft>
                <a:spcPts val="8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554" name="Google Shape;554;p51"/>
          <p:cNvSpPr txBox="1"/>
          <p:nvPr>
            <p:ph idx="27" type="subTitle"/>
          </p:nvPr>
        </p:nvSpPr>
        <p:spPr>
          <a:xfrm>
            <a:off x="7569289" y="3167814"/>
            <a:ext cx="1000200" cy="159300"/>
          </a:xfrm>
          <a:prstGeom prst="rect">
            <a:avLst/>
          </a:prstGeom>
        </p:spPr>
        <p:txBody>
          <a:bodyPr anchorCtr="0" anchor="t" bIns="0" lIns="5715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>
                <a:solidFill>
                  <a:schemeClr val="dk2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900"/>
              <a:buNone/>
              <a:defRPr b="1" sz="9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0 Timeline 9 points">
  <p:cSld name="CUSTOM_17">
    <p:bg>
      <p:bgPr>
        <a:solidFill>
          <a:schemeClr val="lt2"/>
        </a:soli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2"/>
          <p:cNvSpPr txBox="1"/>
          <p:nvPr>
            <p:ph idx="1" type="body"/>
          </p:nvPr>
        </p:nvSpPr>
        <p:spPr>
          <a:xfrm>
            <a:off x="599613" y="1566059"/>
            <a:ext cx="1272000" cy="699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Char char="•"/>
              <a:defRPr sz="900"/>
            </a:lvl9pPr>
          </a:lstStyle>
          <a:p/>
        </p:txBody>
      </p:sp>
      <p:sp>
        <p:nvSpPr>
          <p:cNvPr id="557" name="Google Shape;557;p52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8" name="Google Shape;558;p52"/>
          <p:cNvSpPr/>
          <p:nvPr/>
        </p:nvSpPr>
        <p:spPr>
          <a:xfrm>
            <a:off x="602463" y="2509463"/>
            <a:ext cx="980400" cy="388800"/>
          </a:xfrm>
          <a:prstGeom prst="chevron">
            <a:avLst>
              <a:gd fmla="val 345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9" name="Google Shape;559;p52"/>
          <p:cNvSpPr/>
          <p:nvPr/>
        </p:nvSpPr>
        <p:spPr>
          <a:xfrm>
            <a:off x="1472280" y="2509463"/>
            <a:ext cx="980400" cy="388800"/>
          </a:xfrm>
          <a:prstGeom prst="chevron">
            <a:avLst>
              <a:gd fmla="val 345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0" name="Google Shape;560;p52"/>
          <p:cNvSpPr/>
          <p:nvPr/>
        </p:nvSpPr>
        <p:spPr>
          <a:xfrm>
            <a:off x="2342097" y="2509463"/>
            <a:ext cx="980400" cy="388800"/>
          </a:xfrm>
          <a:prstGeom prst="chevron">
            <a:avLst>
              <a:gd fmla="val 345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1" name="Google Shape;561;p52"/>
          <p:cNvSpPr/>
          <p:nvPr/>
        </p:nvSpPr>
        <p:spPr>
          <a:xfrm>
            <a:off x="3211914" y="2509463"/>
            <a:ext cx="980400" cy="388800"/>
          </a:xfrm>
          <a:prstGeom prst="chevron">
            <a:avLst>
              <a:gd fmla="val 345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2" name="Google Shape;562;p52"/>
          <p:cNvSpPr/>
          <p:nvPr/>
        </p:nvSpPr>
        <p:spPr>
          <a:xfrm>
            <a:off x="4081731" y="2509463"/>
            <a:ext cx="980400" cy="388800"/>
          </a:xfrm>
          <a:prstGeom prst="chevron">
            <a:avLst>
              <a:gd fmla="val 345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3" name="Google Shape;563;p52"/>
          <p:cNvSpPr/>
          <p:nvPr/>
        </p:nvSpPr>
        <p:spPr>
          <a:xfrm>
            <a:off x="4951548" y="2509463"/>
            <a:ext cx="980400" cy="388800"/>
          </a:xfrm>
          <a:prstGeom prst="chevron">
            <a:avLst>
              <a:gd fmla="val 345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4" name="Google Shape;564;p52"/>
          <p:cNvSpPr/>
          <p:nvPr/>
        </p:nvSpPr>
        <p:spPr>
          <a:xfrm>
            <a:off x="5821366" y="2509463"/>
            <a:ext cx="980400" cy="388800"/>
          </a:xfrm>
          <a:prstGeom prst="chevron">
            <a:avLst>
              <a:gd fmla="val 345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5" name="Google Shape;565;p52"/>
          <p:cNvSpPr/>
          <p:nvPr/>
        </p:nvSpPr>
        <p:spPr>
          <a:xfrm>
            <a:off x="6691183" y="2509463"/>
            <a:ext cx="980400" cy="388800"/>
          </a:xfrm>
          <a:prstGeom prst="chevron">
            <a:avLst>
              <a:gd fmla="val 345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6" name="Google Shape;566;p52"/>
          <p:cNvSpPr/>
          <p:nvPr/>
        </p:nvSpPr>
        <p:spPr>
          <a:xfrm>
            <a:off x="7561000" y="2509463"/>
            <a:ext cx="980400" cy="388800"/>
          </a:xfrm>
          <a:prstGeom prst="chevron">
            <a:avLst>
              <a:gd fmla="val 345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67" name="Google Shape;567;p52"/>
          <p:cNvCxnSpPr/>
          <p:nvPr/>
        </p:nvCxnSpPr>
        <p:spPr>
          <a:xfrm>
            <a:off x="695863" y="2328863"/>
            <a:ext cx="0" cy="150900"/>
          </a:xfrm>
          <a:prstGeom prst="straightConnector1">
            <a:avLst/>
          </a:prstGeom>
          <a:noFill/>
          <a:ln cap="flat" cmpd="sng" w="47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8" name="Google Shape;568;p52"/>
          <p:cNvSpPr txBox="1"/>
          <p:nvPr>
            <p:ph idx="2" type="body"/>
          </p:nvPr>
        </p:nvSpPr>
        <p:spPr>
          <a:xfrm>
            <a:off x="1447338" y="3194150"/>
            <a:ext cx="1272000" cy="69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Char char="•"/>
              <a:defRPr sz="900"/>
            </a:lvl9pPr>
          </a:lstStyle>
          <a:p/>
        </p:txBody>
      </p:sp>
      <p:cxnSp>
        <p:nvCxnSpPr>
          <p:cNvPr id="569" name="Google Shape;569;p52"/>
          <p:cNvCxnSpPr/>
          <p:nvPr/>
        </p:nvCxnSpPr>
        <p:spPr>
          <a:xfrm>
            <a:off x="1562638" y="3002375"/>
            <a:ext cx="0" cy="150900"/>
          </a:xfrm>
          <a:prstGeom prst="straightConnector1">
            <a:avLst/>
          </a:prstGeom>
          <a:noFill/>
          <a:ln cap="flat" cmpd="sng" w="47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0" name="Google Shape;570;p52"/>
          <p:cNvSpPr txBox="1"/>
          <p:nvPr>
            <p:ph idx="3" type="body"/>
          </p:nvPr>
        </p:nvSpPr>
        <p:spPr>
          <a:xfrm>
            <a:off x="2342100" y="1566059"/>
            <a:ext cx="1272000" cy="699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Char char="•"/>
              <a:defRPr sz="900"/>
            </a:lvl9pPr>
          </a:lstStyle>
          <a:p/>
        </p:txBody>
      </p:sp>
      <p:cxnSp>
        <p:nvCxnSpPr>
          <p:cNvPr id="571" name="Google Shape;571;p52"/>
          <p:cNvCxnSpPr/>
          <p:nvPr/>
        </p:nvCxnSpPr>
        <p:spPr>
          <a:xfrm>
            <a:off x="2438350" y="2328863"/>
            <a:ext cx="0" cy="150900"/>
          </a:xfrm>
          <a:prstGeom prst="straightConnector1">
            <a:avLst/>
          </a:prstGeom>
          <a:noFill/>
          <a:ln cap="flat" cmpd="sng" w="47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2" name="Google Shape;572;p52"/>
          <p:cNvSpPr txBox="1"/>
          <p:nvPr>
            <p:ph idx="4" type="body"/>
          </p:nvPr>
        </p:nvSpPr>
        <p:spPr>
          <a:xfrm>
            <a:off x="3189825" y="3194150"/>
            <a:ext cx="1272000" cy="69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Char char="•"/>
              <a:defRPr sz="900"/>
            </a:lvl9pPr>
          </a:lstStyle>
          <a:p/>
        </p:txBody>
      </p:sp>
      <p:cxnSp>
        <p:nvCxnSpPr>
          <p:cNvPr id="573" name="Google Shape;573;p52"/>
          <p:cNvCxnSpPr/>
          <p:nvPr/>
        </p:nvCxnSpPr>
        <p:spPr>
          <a:xfrm>
            <a:off x="3305125" y="3002375"/>
            <a:ext cx="0" cy="150900"/>
          </a:xfrm>
          <a:prstGeom prst="straightConnector1">
            <a:avLst/>
          </a:prstGeom>
          <a:noFill/>
          <a:ln cap="flat" cmpd="sng" w="47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4" name="Google Shape;574;p52"/>
          <p:cNvSpPr txBox="1"/>
          <p:nvPr>
            <p:ph idx="5" type="body"/>
          </p:nvPr>
        </p:nvSpPr>
        <p:spPr>
          <a:xfrm>
            <a:off x="4081738" y="1566059"/>
            <a:ext cx="1272000" cy="699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Char char="•"/>
              <a:defRPr sz="900"/>
            </a:lvl9pPr>
          </a:lstStyle>
          <a:p/>
        </p:txBody>
      </p:sp>
      <p:cxnSp>
        <p:nvCxnSpPr>
          <p:cNvPr id="575" name="Google Shape;575;p52"/>
          <p:cNvCxnSpPr/>
          <p:nvPr/>
        </p:nvCxnSpPr>
        <p:spPr>
          <a:xfrm>
            <a:off x="4177988" y="2328863"/>
            <a:ext cx="0" cy="150900"/>
          </a:xfrm>
          <a:prstGeom prst="straightConnector1">
            <a:avLst/>
          </a:prstGeom>
          <a:noFill/>
          <a:ln cap="flat" cmpd="sng" w="47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6" name="Google Shape;576;p52"/>
          <p:cNvSpPr txBox="1"/>
          <p:nvPr>
            <p:ph idx="6" type="body"/>
          </p:nvPr>
        </p:nvSpPr>
        <p:spPr>
          <a:xfrm>
            <a:off x="4929463" y="3194150"/>
            <a:ext cx="1272000" cy="69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Char char="•"/>
              <a:defRPr sz="900"/>
            </a:lvl9pPr>
          </a:lstStyle>
          <a:p/>
        </p:txBody>
      </p:sp>
      <p:cxnSp>
        <p:nvCxnSpPr>
          <p:cNvPr id="577" name="Google Shape;577;p52"/>
          <p:cNvCxnSpPr/>
          <p:nvPr/>
        </p:nvCxnSpPr>
        <p:spPr>
          <a:xfrm>
            <a:off x="5044763" y="3002375"/>
            <a:ext cx="0" cy="150900"/>
          </a:xfrm>
          <a:prstGeom prst="straightConnector1">
            <a:avLst/>
          </a:prstGeom>
          <a:noFill/>
          <a:ln cap="flat" cmpd="sng" w="47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8" name="Google Shape;578;p52"/>
          <p:cNvSpPr txBox="1"/>
          <p:nvPr>
            <p:ph idx="7" type="body"/>
          </p:nvPr>
        </p:nvSpPr>
        <p:spPr>
          <a:xfrm>
            <a:off x="5821363" y="1566059"/>
            <a:ext cx="1272000" cy="699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Char char="•"/>
              <a:defRPr sz="900"/>
            </a:lvl9pPr>
          </a:lstStyle>
          <a:p/>
        </p:txBody>
      </p:sp>
      <p:cxnSp>
        <p:nvCxnSpPr>
          <p:cNvPr id="579" name="Google Shape;579;p52"/>
          <p:cNvCxnSpPr/>
          <p:nvPr/>
        </p:nvCxnSpPr>
        <p:spPr>
          <a:xfrm>
            <a:off x="5917613" y="2328863"/>
            <a:ext cx="0" cy="150900"/>
          </a:xfrm>
          <a:prstGeom prst="straightConnector1">
            <a:avLst/>
          </a:prstGeom>
          <a:noFill/>
          <a:ln cap="flat" cmpd="sng" w="47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0" name="Google Shape;580;p52"/>
          <p:cNvSpPr txBox="1"/>
          <p:nvPr>
            <p:ph idx="8" type="body"/>
          </p:nvPr>
        </p:nvSpPr>
        <p:spPr>
          <a:xfrm>
            <a:off x="6669088" y="3194150"/>
            <a:ext cx="1272000" cy="69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Char char="•"/>
              <a:defRPr sz="900"/>
            </a:lvl9pPr>
          </a:lstStyle>
          <a:p/>
        </p:txBody>
      </p:sp>
      <p:cxnSp>
        <p:nvCxnSpPr>
          <p:cNvPr id="581" name="Google Shape;581;p52"/>
          <p:cNvCxnSpPr/>
          <p:nvPr/>
        </p:nvCxnSpPr>
        <p:spPr>
          <a:xfrm>
            <a:off x="6784388" y="3002375"/>
            <a:ext cx="0" cy="150900"/>
          </a:xfrm>
          <a:prstGeom prst="straightConnector1">
            <a:avLst/>
          </a:prstGeom>
          <a:noFill/>
          <a:ln cap="flat" cmpd="sng" w="47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2" name="Google Shape;582;p52"/>
          <p:cNvSpPr txBox="1"/>
          <p:nvPr>
            <p:ph idx="9" type="body"/>
          </p:nvPr>
        </p:nvSpPr>
        <p:spPr>
          <a:xfrm>
            <a:off x="7563863" y="1566059"/>
            <a:ext cx="1272000" cy="699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Char char="•"/>
              <a:defRPr sz="900"/>
            </a:lvl9pPr>
          </a:lstStyle>
          <a:p/>
        </p:txBody>
      </p:sp>
      <p:cxnSp>
        <p:nvCxnSpPr>
          <p:cNvPr id="583" name="Google Shape;583;p52"/>
          <p:cNvCxnSpPr/>
          <p:nvPr/>
        </p:nvCxnSpPr>
        <p:spPr>
          <a:xfrm>
            <a:off x="7660113" y="2328863"/>
            <a:ext cx="0" cy="150900"/>
          </a:xfrm>
          <a:prstGeom prst="straightConnector1">
            <a:avLst/>
          </a:prstGeom>
          <a:noFill/>
          <a:ln cap="flat" cmpd="sng" w="47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4" name="Google Shape;584;p52"/>
          <p:cNvSpPr txBox="1"/>
          <p:nvPr>
            <p:ph idx="13" type="subTitle"/>
          </p:nvPr>
        </p:nvSpPr>
        <p:spPr>
          <a:xfrm>
            <a:off x="761900" y="2514600"/>
            <a:ext cx="734100" cy="38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1" sz="11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5" name="Google Shape;585;p52"/>
          <p:cNvSpPr txBox="1"/>
          <p:nvPr>
            <p:ph idx="14" type="subTitle"/>
          </p:nvPr>
        </p:nvSpPr>
        <p:spPr>
          <a:xfrm>
            <a:off x="1585575" y="2514600"/>
            <a:ext cx="734100" cy="38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1" sz="11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6" name="Google Shape;586;p52"/>
          <p:cNvSpPr txBox="1"/>
          <p:nvPr>
            <p:ph idx="15" type="subTitle"/>
          </p:nvPr>
        </p:nvSpPr>
        <p:spPr>
          <a:xfrm>
            <a:off x="2500250" y="2514600"/>
            <a:ext cx="734100" cy="38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1" sz="11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7" name="Google Shape;587;p52"/>
          <p:cNvSpPr txBox="1"/>
          <p:nvPr>
            <p:ph idx="16" type="subTitle"/>
          </p:nvPr>
        </p:nvSpPr>
        <p:spPr>
          <a:xfrm>
            <a:off x="3347638" y="2514600"/>
            <a:ext cx="734100" cy="38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1" sz="11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8" name="Google Shape;588;p52"/>
          <p:cNvSpPr txBox="1"/>
          <p:nvPr>
            <p:ph idx="17" type="subTitle"/>
          </p:nvPr>
        </p:nvSpPr>
        <p:spPr>
          <a:xfrm>
            <a:off x="4216813" y="2514600"/>
            <a:ext cx="734100" cy="38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1" sz="11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9" name="Google Shape;589;p52"/>
          <p:cNvSpPr txBox="1"/>
          <p:nvPr>
            <p:ph idx="18" type="subTitle"/>
          </p:nvPr>
        </p:nvSpPr>
        <p:spPr>
          <a:xfrm>
            <a:off x="5040488" y="2514600"/>
            <a:ext cx="734100" cy="38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1" sz="11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0" name="Google Shape;590;p52"/>
          <p:cNvSpPr txBox="1"/>
          <p:nvPr>
            <p:ph idx="19" type="subTitle"/>
          </p:nvPr>
        </p:nvSpPr>
        <p:spPr>
          <a:xfrm>
            <a:off x="5955163" y="2514600"/>
            <a:ext cx="734100" cy="38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1" sz="11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1" name="Google Shape;591;p52"/>
          <p:cNvSpPr txBox="1"/>
          <p:nvPr>
            <p:ph idx="20" type="subTitle"/>
          </p:nvPr>
        </p:nvSpPr>
        <p:spPr>
          <a:xfrm>
            <a:off x="6802550" y="2514600"/>
            <a:ext cx="734100" cy="38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1" sz="11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2" name="Google Shape;592;p52"/>
          <p:cNvSpPr txBox="1"/>
          <p:nvPr>
            <p:ph idx="21" type="subTitle"/>
          </p:nvPr>
        </p:nvSpPr>
        <p:spPr>
          <a:xfrm>
            <a:off x="7673663" y="2514600"/>
            <a:ext cx="734100" cy="38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1" sz="1100">
                <a:solidFill>
                  <a:schemeClr val="lt1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b="1" sz="1000">
                <a:solidFill>
                  <a:schemeClr val="lt1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8pPr>
            <a:lvl9pPr lvl="8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900"/>
              <a:buNone/>
              <a:defRPr b="1" sz="9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1 Timeline road pale blue">
  <p:cSld name="CUSTOM_1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53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5" name="Google Shape;595;p53"/>
          <p:cNvSpPr txBox="1"/>
          <p:nvPr>
            <p:ph idx="1" type="body"/>
          </p:nvPr>
        </p:nvSpPr>
        <p:spPr>
          <a:xfrm>
            <a:off x="2411016" y="1698149"/>
            <a:ext cx="14289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Char char="•"/>
              <a:defRPr sz="900"/>
            </a:lvl9pPr>
          </a:lstStyle>
          <a:p/>
        </p:txBody>
      </p:sp>
      <p:cxnSp>
        <p:nvCxnSpPr>
          <p:cNvPr id="596" name="Google Shape;596;p53"/>
          <p:cNvCxnSpPr/>
          <p:nvPr/>
        </p:nvCxnSpPr>
        <p:spPr>
          <a:xfrm>
            <a:off x="2362738" y="1413575"/>
            <a:ext cx="0" cy="707400"/>
          </a:xfrm>
          <a:prstGeom prst="straightConnector1">
            <a:avLst/>
          </a:prstGeom>
          <a:noFill/>
          <a:ln cap="flat" cmpd="sng" w="47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7" name="Google Shape;597;p53"/>
          <p:cNvSpPr/>
          <p:nvPr>
            <p:ph idx="2" type="pic"/>
          </p:nvPr>
        </p:nvSpPr>
        <p:spPr>
          <a:xfrm>
            <a:off x="2381250" y="1309688"/>
            <a:ext cx="364800" cy="364800"/>
          </a:xfrm>
          <a:prstGeom prst="rect">
            <a:avLst/>
          </a:prstGeom>
          <a:noFill/>
          <a:ln>
            <a:noFill/>
          </a:ln>
        </p:spPr>
      </p:sp>
      <p:sp>
        <p:nvSpPr>
          <p:cNvPr id="598" name="Google Shape;598;p53"/>
          <p:cNvSpPr txBox="1"/>
          <p:nvPr>
            <p:ph idx="3" type="body"/>
          </p:nvPr>
        </p:nvSpPr>
        <p:spPr>
          <a:xfrm>
            <a:off x="6421941" y="1698149"/>
            <a:ext cx="14289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Char char="•"/>
              <a:defRPr sz="900"/>
            </a:lvl9pPr>
          </a:lstStyle>
          <a:p/>
        </p:txBody>
      </p:sp>
      <p:cxnSp>
        <p:nvCxnSpPr>
          <p:cNvPr id="599" name="Google Shape;599;p53"/>
          <p:cNvCxnSpPr/>
          <p:nvPr/>
        </p:nvCxnSpPr>
        <p:spPr>
          <a:xfrm>
            <a:off x="6373663" y="1413575"/>
            <a:ext cx="0" cy="707400"/>
          </a:xfrm>
          <a:prstGeom prst="straightConnector1">
            <a:avLst/>
          </a:prstGeom>
          <a:noFill/>
          <a:ln cap="flat" cmpd="sng" w="47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0" name="Google Shape;600;p53"/>
          <p:cNvSpPr/>
          <p:nvPr>
            <p:ph idx="4" type="pic"/>
          </p:nvPr>
        </p:nvSpPr>
        <p:spPr>
          <a:xfrm>
            <a:off x="6392176" y="1309688"/>
            <a:ext cx="364800" cy="364800"/>
          </a:xfrm>
          <a:prstGeom prst="rect">
            <a:avLst/>
          </a:prstGeom>
          <a:noFill/>
          <a:ln>
            <a:noFill/>
          </a:ln>
        </p:spPr>
      </p:sp>
      <p:sp>
        <p:nvSpPr>
          <p:cNvPr id="601" name="Google Shape;601;p53"/>
          <p:cNvSpPr txBox="1"/>
          <p:nvPr>
            <p:ph idx="5" type="body"/>
          </p:nvPr>
        </p:nvSpPr>
        <p:spPr>
          <a:xfrm>
            <a:off x="4416479" y="1698149"/>
            <a:ext cx="14289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Char char="•"/>
              <a:defRPr sz="900"/>
            </a:lvl9pPr>
          </a:lstStyle>
          <a:p/>
        </p:txBody>
      </p:sp>
      <p:cxnSp>
        <p:nvCxnSpPr>
          <p:cNvPr id="602" name="Google Shape;602;p53"/>
          <p:cNvCxnSpPr/>
          <p:nvPr/>
        </p:nvCxnSpPr>
        <p:spPr>
          <a:xfrm>
            <a:off x="4368201" y="1413575"/>
            <a:ext cx="0" cy="707400"/>
          </a:xfrm>
          <a:prstGeom prst="straightConnector1">
            <a:avLst/>
          </a:prstGeom>
          <a:noFill/>
          <a:ln cap="flat" cmpd="sng" w="47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3" name="Google Shape;603;p53"/>
          <p:cNvSpPr/>
          <p:nvPr>
            <p:ph idx="6" type="pic"/>
          </p:nvPr>
        </p:nvSpPr>
        <p:spPr>
          <a:xfrm>
            <a:off x="4386713" y="1309688"/>
            <a:ext cx="364800" cy="364800"/>
          </a:xfrm>
          <a:prstGeom prst="rect">
            <a:avLst/>
          </a:prstGeom>
          <a:noFill/>
          <a:ln>
            <a:noFill/>
          </a:ln>
        </p:spPr>
      </p:sp>
      <p:sp>
        <p:nvSpPr>
          <p:cNvPr id="604" name="Google Shape;604;p53"/>
          <p:cNvSpPr txBox="1"/>
          <p:nvPr>
            <p:ph idx="7" type="body"/>
          </p:nvPr>
        </p:nvSpPr>
        <p:spPr>
          <a:xfrm>
            <a:off x="1406448" y="3594161"/>
            <a:ext cx="14289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Char char="•"/>
              <a:defRPr sz="900"/>
            </a:lvl9pPr>
          </a:lstStyle>
          <a:p/>
        </p:txBody>
      </p:sp>
      <p:cxnSp>
        <p:nvCxnSpPr>
          <p:cNvPr id="605" name="Google Shape;605;p53"/>
          <p:cNvCxnSpPr/>
          <p:nvPr/>
        </p:nvCxnSpPr>
        <p:spPr>
          <a:xfrm>
            <a:off x="1358175" y="3065863"/>
            <a:ext cx="0" cy="893100"/>
          </a:xfrm>
          <a:prstGeom prst="straightConnector1">
            <a:avLst/>
          </a:prstGeom>
          <a:noFill/>
          <a:ln cap="flat" cmpd="sng" w="47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6" name="Google Shape;606;p53"/>
          <p:cNvSpPr/>
          <p:nvPr>
            <p:ph idx="8" type="pic"/>
          </p:nvPr>
        </p:nvSpPr>
        <p:spPr>
          <a:xfrm>
            <a:off x="1376682" y="3205700"/>
            <a:ext cx="364800" cy="364800"/>
          </a:xfrm>
          <a:prstGeom prst="rect">
            <a:avLst/>
          </a:prstGeom>
          <a:noFill/>
          <a:ln>
            <a:noFill/>
          </a:ln>
        </p:spPr>
      </p:sp>
      <p:sp>
        <p:nvSpPr>
          <p:cNvPr id="607" name="Google Shape;607;p53"/>
          <p:cNvSpPr txBox="1"/>
          <p:nvPr>
            <p:ph idx="9" type="body"/>
          </p:nvPr>
        </p:nvSpPr>
        <p:spPr>
          <a:xfrm>
            <a:off x="3385860" y="3594161"/>
            <a:ext cx="14289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Char char="•"/>
              <a:defRPr sz="900"/>
            </a:lvl9pPr>
          </a:lstStyle>
          <a:p/>
        </p:txBody>
      </p:sp>
      <p:cxnSp>
        <p:nvCxnSpPr>
          <p:cNvPr id="608" name="Google Shape;608;p53"/>
          <p:cNvCxnSpPr/>
          <p:nvPr/>
        </p:nvCxnSpPr>
        <p:spPr>
          <a:xfrm>
            <a:off x="3337588" y="3065863"/>
            <a:ext cx="0" cy="893100"/>
          </a:xfrm>
          <a:prstGeom prst="straightConnector1">
            <a:avLst/>
          </a:prstGeom>
          <a:noFill/>
          <a:ln cap="flat" cmpd="sng" w="47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9" name="Google Shape;609;p53"/>
          <p:cNvSpPr/>
          <p:nvPr>
            <p:ph idx="13" type="pic"/>
          </p:nvPr>
        </p:nvSpPr>
        <p:spPr>
          <a:xfrm>
            <a:off x="3356095" y="3205700"/>
            <a:ext cx="364800" cy="3648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53"/>
          <p:cNvSpPr txBox="1"/>
          <p:nvPr>
            <p:ph idx="14" type="body"/>
          </p:nvPr>
        </p:nvSpPr>
        <p:spPr>
          <a:xfrm>
            <a:off x="5365273" y="3594161"/>
            <a:ext cx="14289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Char char="•"/>
              <a:defRPr sz="900"/>
            </a:lvl9pPr>
          </a:lstStyle>
          <a:p/>
        </p:txBody>
      </p:sp>
      <p:cxnSp>
        <p:nvCxnSpPr>
          <p:cNvPr id="611" name="Google Shape;611;p53"/>
          <p:cNvCxnSpPr/>
          <p:nvPr/>
        </p:nvCxnSpPr>
        <p:spPr>
          <a:xfrm>
            <a:off x="5317000" y="3065863"/>
            <a:ext cx="0" cy="893100"/>
          </a:xfrm>
          <a:prstGeom prst="straightConnector1">
            <a:avLst/>
          </a:prstGeom>
          <a:noFill/>
          <a:ln cap="flat" cmpd="sng" w="47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2" name="Google Shape;612;p53"/>
          <p:cNvSpPr/>
          <p:nvPr>
            <p:ph idx="15" type="pic"/>
          </p:nvPr>
        </p:nvSpPr>
        <p:spPr>
          <a:xfrm>
            <a:off x="5335507" y="3205700"/>
            <a:ext cx="364800" cy="3648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53"/>
          <p:cNvSpPr txBox="1"/>
          <p:nvPr>
            <p:ph idx="16" type="body"/>
          </p:nvPr>
        </p:nvSpPr>
        <p:spPr>
          <a:xfrm>
            <a:off x="7344685" y="3594161"/>
            <a:ext cx="14289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•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Char char="•"/>
              <a:defRPr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Char char="•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Char char="•"/>
              <a:defRPr sz="900"/>
            </a:lvl9pPr>
          </a:lstStyle>
          <a:p/>
        </p:txBody>
      </p:sp>
      <p:cxnSp>
        <p:nvCxnSpPr>
          <p:cNvPr id="614" name="Google Shape;614;p53"/>
          <p:cNvCxnSpPr/>
          <p:nvPr/>
        </p:nvCxnSpPr>
        <p:spPr>
          <a:xfrm>
            <a:off x="7296413" y="3065863"/>
            <a:ext cx="0" cy="893100"/>
          </a:xfrm>
          <a:prstGeom prst="straightConnector1">
            <a:avLst/>
          </a:prstGeom>
          <a:noFill/>
          <a:ln cap="flat" cmpd="sng" w="47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5" name="Google Shape;615;p53"/>
          <p:cNvSpPr/>
          <p:nvPr>
            <p:ph idx="17" type="pic"/>
          </p:nvPr>
        </p:nvSpPr>
        <p:spPr>
          <a:xfrm>
            <a:off x="7314920" y="3205700"/>
            <a:ext cx="364800" cy="364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2 Timeline road blue">
  <p:cSld name="CUSTOM_18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54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8" name="Google Shape;618;p54"/>
          <p:cNvSpPr txBox="1"/>
          <p:nvPr>
            <p:ph idx="1" type="body"/>
          </p:nvPr>
        </p:nvSpPr>
        <p:spPr>
          <a:xfrm>
            <a:off x="2411016" y="1698149"/>
            <a:ext cx="14289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>
                <a:solidFill>
                  <a:schemeClr val="lt1"/>
                </a:solidFill>
              </a:defRPr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619" name="Google Shape;619;p54"/>
          <p:cNvCxnSpPr/>
          <p:nvPr/>
        </p:nvCxnSpPr>
        <p:spPr>
          <a:xfrm>
            <a:off x="2362738" y="1413575"/>
            <a:ext cx="0" cy="707400"/>
          </a:xfrm>
          <a:prstGeom prst="straightConnector1">
            <a:avLst/>
          </a:prstGeom>
          <a:noFill/>
          <a:ln cap="flat" cmpd="sng" w="47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0" name="Google Shape;620;p54"/>
          <p:cNvSpPr/>
          <p:nvPr>
            <p:ph idx="2" type="pic"/>
          </p:nvPr>
        </p:nvSpPr>
        <p:spPr>
          <a:xfrm>
            <a:off x="2381250" y="1309688"/>
            <a:ext cx="364800" cy="364800"/>
          </a:xfrm>
          <a:prstGeom prst="rect">
            <a:avLst/>
          </a:prstGeom>
          <a:noFill/>
          <a:ln>
            <a:noFill/>
          </a:ln>
        </p:spPr>
      </p:sp>
      <p:sp>
        <p:nvSpPr>
          <p:cNvPr id="621" name="Google Shape;621;p54"/>
          <p:cNvSpPr txBox="1"/>
          <p:nvPr>
            <p:ph idx="3" type="body"/>
          </p:nvPr>
        </p:nvSpPr>
        <p:spPr>
          <a:xfrm>
            <a:off x="6421941" y="1698149"/>
            <a:ext cx="14289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>
                <a:solidFill>
                  <a:schemeClr val="lt1"/>
                </a:solidFill>
              </a:defRPr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622" name="Google Shape;622;p54"/>
          <p:cNvCxnSpPr/>
          <p:nvPr/>
        </p:nvCxnSpPr>
        <p:spPr>
          <a:xfrm>
            <a:off x="6373663" y="1413575"/>
            <a:ext cx="0" cy="707400"/>
          </a:xfrm>
          <a:prstGeom prst="straightConnector1">
            <a:avLst/>
          </a:prstGeom>
          <a:noFill/>
          <a:ln cap="flat" cmpd="sng" w="47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3" name="Google Shape;623;p54"/>
          <p:cNvSpPr/>
          <p:nvPr>
            <p:ph idx="4" type="pic"/>
          </p:nvPr>
        </p:nvSpPr>
        <p:spPr>
          <a:xfrm>
            <a:off x="6392176" y="1309688"/>
            <a:ext cx="364800" cy="364800"/>
          </a:xfrm>
          <a:prstGeom prst="rect">
            <a:avLst/>
          </a:prstGeom>
          <a:noFill/>
          <a:ln>
            <a:noFill/>
          </a:ln>
        </p:spPr>
      </p:sp>
      <p:sp>
        <p:nvSpPr>
          <p:cNvPr id="624" name="Google Shape;624;p54"/>
          <p:cNvSpPr txBox="1"/>
          <p:nvPr>
            <p:ph idx="5" type="body"/>
          </p:nvPr>
        </p:nvSpPr>
        <p:spPr>
          <a:xfrm>
            <a:off x="4416479" y="1698149"/>
            <a:ext cx="14289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>
                <a:solidFill>
                  <a:schemeClr val="lt1"/>
                </a:solidFill>
              </a:defRPr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625" name="Google Shape;625;p54"/>
          <p:cNvCxnSpPr/>
          <p:nvPr/>
        </p:nvCxnSpPr>
        <p:spPr>
          <a:xfrm>
            <a:off x="4368201" y="1413575"/>
            <a:ext cx="0" cy="707400"/>
          </a:xfrm>
          <a:prstGeom prst="straightConnector1">
            <a:avLst/>
          </a:prstGeom>
          <a:noFill/>
          <a:ln cap="flat" cmpd="sng" w="47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6" name="Google Shape;626;p54"/>
          <p:cNvSpPr/>
          <p:nvPr>
            <p:ph idx="6" type="pic"/>
          </p:nvPr>
        </p:nvSpPr>
        <p:spPr>
          <a:xfrm>
            <a:off x="4386713" y="1309688"/>
            <a:ext cx="364800" cy="364800"/>
          </a:xfrm>
          <a:prstGeom prst="rect">
            <a:avLst/>
          </a:prstGeom>
          <a:noFill/>
          <a:ln>
            <a:noFill/>
          </a:ln>
        </p:spPr>
      </p:sp>
      <p:sp>
        <p:nvSpPr>
          <p:cNvPr id="627" name="Google Shape;627;p54"/>
          <p:cNvSpPr txBox="1"/>
          <p:nvPr>
            <p:ph idx="7" type="body"/>
          </p:nvPr>
        </p:nvSpPr>
        <p:spPr>
          <a:xfrm>
            <a:off x="1406448" y="3594161"/>
            <a:ext cx="14289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>
                <a:solidFill>
                  <a:schemeClr val="lt1"/>
                </a:solidFill>
              </a:defRPr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628" name="Google Shape;628;p54"/>
          <p:cNvCxnSpPr/>
          <p:nvPr/>
        </p:nvCxnSpPr>
        <p:spPr>
          <a:xfrm>
            <a:off x="1358175" y="3065863"/>
            <a:ext cx="0" cy="893100"/>
          </a:xfrm>
          <a:prstGeom prst="straightConnector1">
            <a:avLst/>
          </a:prstGeom>
          <a:noFill/>
          <a:ln cap="flat" cmpd="sng" w="47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9" name="Google Shape;629;p54"/>
          <p:cNvSpPr/>
          <p:nvPr>
            <p:ph idx="8" type="pic"/>
          </p:nvPr>
        </p:nvSpPr>
        <p:spPr>
          <a:xfrm>
            <a:off x="1376682" y="3205700"/>
            <a:ext cx="364800" cy="364800"/>
          </a:xfrm>
          <a:prstGeom prst="rect">
            <a:avLst/>
          </a:prstGeom>
          <a:noFill/>
          <a:ln>
            <a:noFill/>
          </a:ln>
        </p:spPr>
      </p:sp>
      <p:sp>
        <p:nvSpPr>
          <p:cNvPr id="630" name="Google Shape;630;p54"/>
          <p:cNvSpPr txBox="1"/>
          <p:nvPr>
            <p:ph idx="9" type="body"/>
          </p:nvPr>
        </p:nvSpPr>
        <p:spPr>
          <a:xfrm>
            <a:off x="3385860" y="3594161"/>
            <a:ext cx="14289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>
                <a:solidFill>
                  <a:schemeClr val="lt1"/>
                </a:solidFill>
              </a:defRPr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631" name="Google Shape;631;p54"/>
          <p:cNvCxnSpPr/>
          <p:nvPr/>
        </p:nvCxnSpPr>
        <p:spPr>
          <a:xfrm>
            <a:off x="3337588" y="3065863"/>
            <a:ext cx="0" cy="893100"/>
          </a:xfrm>
          <a:prstGeom prst="straightConnector1">
            <a:avLst/>
          </a:prstGeom>
          <a:noFill/>
          <a:ln cap="flat" cmpd="sng" w="47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2" name="Google Shape;632;p54"/>
          <p:cNvSpPr/>
          <p:nvPr>
            <p:ph idx="13" type="pic"/>
          </p:nvPr>
        </p:nvSpPr>
        <p:spPr>
          <a:xfrm>
            <a:off x="3356095" y="3205700"/>
            <a:ext cx="364800" cy="364800"/>
          </a:xfrm>
          <a:prstGeom prst="rect">
            <a:avLst/>
          </a:prstGeom>
          <a:noFill/>
          <a:ln>
            <a:noFill/>
          </a:ln>
        </p:spPr>
      </p:sp>
      <p:sp>
        <p:nvSpPr>
          <p:cNvPr id="633" name="Google Shape;633;p54"/>
          <p:cNvSpPr txBox="1"/>
          <p:nvPr>
            <p:ph idx="14" type="body"/>
          </p:nvPr>
        </p:nvSpPr>
        <p:spPr>
          <a:xfrm>
            <a:off x="5365273" y="3594161"/>
            <a:ext cx="14289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>
                <a:solidFill>
                  <a:schemeClr val="lt1"/>
                </a:solidFill>
              </a:defRPr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634" name="Google Shape;634;p54"/>
          <p:cNvCxnSpPr/>
          <p:nvPr/>
        </p:nvCxnSpPr>
        <p:spPr>
          <a:xfrm>
            <a:off x="5317000" y="3065863"/>
            <a:ext cx="0" cy="893100"/>
          </a:xfrm>
          <a:prstGeom prst="straightConnector1">
            <a:avLst/>
          </a:prstGeom>
          <a:noFill/>
          <a:ln cap="flat" cmpd="sng" w="47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5" name="Google Shape;635;p54"/>
          <p:cNvSpPr/>
          <p:nvPr>
            <p:ph idx="15" type="pic"/>
          </p:nvPr>
        </p:nvSpPr>
        <p:spPr>
          <a:xfrm>
            <a:off x="5335507" y="3205700"/>
            <a:ext cx="364800" cy="364800"/>
          </a:xfrm>
          <a:prstGeom prst="rect">
            <a:avLst/>
          </a:prstGeom>
          <a:noFill/>
          <a:ln>
            <a:noFill/>
          </a:ln>
        </p:spPr>
      </p:sp>
      <p:sp>
        <p:nvSpPr>
          <p:cNvPr id="636" name="Google Shape;636;p54"/>
          <p:cNvSpPr txBox="1"/>
          <p:nvPr>
            <p:ph idx="16" type="body"/>
          </p:nvPr>
        </p:nvSpPr>
        <p:spPr>
          <a:xfrm>
            <a:off x="7344685" y="3594161"/>
            <a:ext cx="1428900" cy="3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>
                <a:solidFill>
                  <a:schemeClr val="lt1"/>
                </a:solidFill>
              </a:defRPr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900"/>
              <a:buChar char="•"/>
              <a:defRPr sz="9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637" name="Google Shape;637;p54"/>
          <p:cNvCxnSpPr/>
          <p:nvPr/>
        </p:nvCxnSpPr>
        <p:spPr>
          <a:xfrm>
            <a:off x="7296413" y="3065863"/>
            <a:ext cx="0" cy="893100"/>
          </a:xfrm>
          <a:prstGeom prst="straightConnector1">
            <a:avLst/>
          </a:prstGeom>
          <a:noFill/>
          <a:ln cap="flat" cmpd="sng" w="47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8" name="Google Shape;638;p54"/>
          <p:cNvSpPr/>
          <p:nvPr>
            <p:ph idx="17" type="pic"/>
          </p:nvPr>
        </p:nvSpPr>
        <p:spPr>
          <a:xfrm>
            <a:off x="7314920" y="3205700"/>
            <a:ext cx="364800" cy="364800"/>
          </a:xfrm>
          <a:prstGeom prst="rect">
            <a:avLst/>
          </a:prstGeom>
          <a:noFill/>
          <a:ln>
            <a:noFill/>
          </a:ln>
        </p:spPr>
      </p:sp>
      <p:sp>
        <p:nvSpPr>
          <p:cNvPr id="639" name="Google Shape;639;p54"/>
          <p:cNvSpPr txBox="1"/>
          <p:nvPr/>
        </p:nvSpPr>
        <p:spPr>
          <a:xfrm>
            <a:off x="9324075" y="331163"/>
            <a:ext cx="1882800" cy="8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rPr>
              <a:t>ICONS INFO</a:t>
            </a:r>
            <a:br>
              <a:rPr b="1" lang="en-GB" sz="9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GB" sz="9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rPr>
              <a:t>Man kunne skrive en tekst her og skrive stien ind til jeres ikoner</a:t>
            </a:r>
            <a:endParaRPr sz="900">
              <a:solidFill>
                <a:schemeClr val="accent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3 Big statement orange">
  <p:cSld name="CUSTOM_19">
    <p:bg>
      <p:bgPr>
        <a:solidFill>
          <a:schemeClr val="accent3"/>
        </a:solidFill>
      </p:bgPr>
    </p:bg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1" name="Google Shape;641;p55" title="agenda splash orange 10 pct opacity.png"/>
          <p:cNvPicPr preferRelativeResize="0"/>
          <p:nvPr/>
        </p:nvPicPr>
        <p:blipFill rotWithShape="1">
          <a:blip r:embed="rId2">
            <a:alphaModFix/>
          </a:blip>
          <a:srcRect b="0" l="120" r="120" t="0"/>
          <a:stretch/>
        </p:blipFill>
        <p:spPr>
          <a:xfrm>
            <a:off x="5279509" y="1"/>
            <a:ext cx="3869525" cy="3860216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55"/>
          <p:cNvSpPr txBox="1"/>
          <p:nvPr>
            <p:ph type="title"/>
          </p:nvPr>
        </p:nvSpPr>
        <p:spPr>
          <a:xfrm>
            <a:off x="602463" y="1600200"/>
            <a:ext cx="7939200" cy="194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4 Big statement blue">
  <p:cSld name="CUSTOM_19_1">
    <p:bg>
      <p:bgPr>
        <a:solidFill>
          <a:schemeClr val="dk1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4" name="Google Shape;644;p56" title="agenda splash blue.png"/>
          <p:cNvPicPr preferRelativeResize="0"/>
          <p:nvPr/>
        </p:nvPicPr>
        <p:blipFill rotWithShape="1">
          <a:blip r:embed="rId2">
            <a:alphaModFix/>
          </a:blip>
          <a:srcRect b="0" l="120" r="120" t="0"/>
          <a:stretch/>
        </p:blipFill>
        <p:spPr>
          <a:xfrm>
            <a:off x="5274475" y="1"/>
            <a:ext cx="3869525" cy="3860216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56"/>
          <p:cNvSpPr txBox="1"/>
          <p:nvPr>
            <p:ph type="title"/>
          </p:nvPr>
        </p:nvSpPr>
        <p:spPr>
          <a:xfrm>
            <a:off x="602463" y="1600200"/>
            <a:ext cx="7939200" cy="194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5 Big statement text box secondary blue">
  <p:cSld name="CUSTOM_20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57"/>
          <p:cNvSpPr/>
          <p:nvPr/>
        </p:nvSpPr>
        <p:spPr>
          <a:xfrm>
            <a:off x="5274475" y="600075"/>
            <a:ext cx="3267000" cy="2307900"/>
          </a:xfrm>
          <a:prstGeom prst="roundRect">
            <a:avLst>
              <a:gd fmla="val 943" name="adj"/>
            </a:avLst>
          </a:prstGeom>
          <a:solidFill>
            <a:schemeClr val="accent4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8" name="Google Shape;648;p57"/>
          <p:cNvSpPr txBox="1"/>
          <p:nvPr>
            <p:ph idx="1" type="subTitle"/>
          </p:nvPr>
        </p:nvSpPr>
        <p:spPr>
          <a:xfrm>
            <a:off x="5599550" y="600075"/>
            <a:ext cx="2648400" cy="2307900"/>
          </a:xfrm>
          <a:prstGeom prst="rect">
            <a:avLst/>
          </a:prstGeom>
        </p:spPr>
        <p:txBody>
          <a:bodyPr anchorCtr="0" anchor="ctr" bIns="45725" lIns="45725" spcFirstLastPara="1" rIns="45725" wrap="square" tIns="1905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1pPr>
            <a:lvl2pPr lv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2pPr>
            <a:lvl3pPr lvl="2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3pPr>
            <a:lvl4pPr lvl="3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4pPr>
            <a:lvl5pPr lvl="4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5pPr>
            <a:lvl6pPr lvl="5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6pPr>
            <a:lvl7pPr lvl="6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7pPr>
            <a:lvl8pPr lvl="7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8pPr>
            <a:lvl9pPr lvl="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6 Big statement text box blue">
  <p:cSld name="CUSTOM_20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58"/>
          <p:cNvSpPr/>
          <p:nvPr/>
        </p:nvSpPr>
        <p:spPr>
          <a:xfrm>
            <a:off x="5274475" y="600075"/>
            <a:ext cx="3267000" cy="2307900"/>
          </a:xfrm>
          <a:prstGeom prst="roundRect">
            <a:avLst>
              <a:gd fmla="val 943" name="adj"/>
            </a:avLst>
          </a:prstGeom>
          <a:solidFill>
            <a:schemeClr val="dk1"/>
          </a:solidFill>
          <a:ln>
            <a:noFill/>
          </a:ln>
          <a:effectLst>
            <a:reflection blurRad="0" dir="0" dist="0" endA="0" endPos="30000" fadeDir="5400012" kx="0" rotWithShape="0" algn="bl" stA="0" stPos="0" sy="-100000" ky="0"/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1" name="Google Shape;651;p58"/>
          <p:cNvSpPr txBox="1"/>
          <p:nvPr>
            <p:ph idx="1" type="subTitle"/>
          </p:nvPr>
        </p:nvSpPr>
        <p:spPr>
          <a:xfrm>
            <a:off x="5599550" y="600075"/>
            <a:ext cx="2648400" cy="2307900"/>
          </a:xfrm>
          <a:prstGeom prst="rect">
            <a:avLst/>
          </a:prstGeom>
        </p:spPr>
        <p:txBody>
          <a:bodyPr anchorCtr="0" anchor="ctr" bIns="45725" lIns="45725" spcFirstLastPara="1" rIns="45725" wrap="square" tIns="19050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1pPr>
            <a:lvl2pPr lv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2pPr>
            <a:lvl3pPr lvl="2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3pPr>
            <a:lvl4pPr lvl="3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4pPr>
            <a:lvl5pPr lvl="4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5pPr>
            <a:lvl6pPr lvl="5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6pPr>
            <a:lvl7pPr lvl="6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7pPr>
            <a:lvl8pPr lvl="7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8pPr>
            <a:lvl9pPr lvl="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b="1"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7 Title slide">
  <p:cSld name="CUSTOM_2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59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8 Blanc">
  <p:cSld name="CUSTOM_22"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9 Endslide UK">
  <p:cSld name="CUSTOM_22_1">
    <p:bg>
      <p:bgPr>
        <a:solidFill>
          <a:schemeClr val="accent3"/>
        </a:solidFill>
      </p:bgPr>
    </p:bg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6" name="Google Shape;656;p61" title="agenda splash orange 10 pct opacity.png"/>
          <p:cNvPicPr preferRelativeResize="0"/>
          <p:nvPr/>
        </p:nvPicPr>
        <p:blipFill rotWithShape="1">
          <a:blip r:embed="rId2">
            <a:alphaModFix/>
          </a:blip>
          <a:srcRect b="0" l="120" r="120" t="0"/>
          <a:stretch/>
        </p:blipFill>
        <p:spPr>
          <a:xfrm>
            <a:off x="5279509" y="1"/>
            <a:ext cx="3869525" cy="3860216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61"/>
          <p:cNvSpPr txBox="1"/>
          <p:nvPr/>
        </p:nvSpPr>
        <p:spPr>
          <a:xfrm>
            <a:off x="534175" y="2257650"/>
            <a:ext cx="6090600" cy="18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Flexibility</a:t>
            </a:r>
            <a:r>
              <a:rPr b="1" lang="en-GB" sz="5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5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for the Future</a:t>
            </a:r>
            <a:endParaRPr b="1" sz="5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0 Endslide DK">
  <p:cSld name="CUSTOM_22_1_1">
    <p:bg>
      <p:bgPr>
        <a:solidFill>
          <a:schemeClr val="accent3"/>
        </a:solidFill>
      </p:bgPr>
    </p:bg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9" name="Google Shape;659;p62" title="agenda splash orange 10 pct opacity.png"/>
          <p:cNvPicPr preferRelativeResize="0"/>
          <p:nvPr/>
        </p:nvPicPr>
        <p:blipFill rotWithShape="1">
          <a:blip r:embed="rId2">
            <a:alphaModFix/>
          </a:blip>
          <a:srcRect b="0" l="120" r="120" t="0"/>
          <a:stretch/>
        </p:blipFill>
        <p:spPr>
          <a:xfrm>
            <a:off x="5279509" y="1"/>
            <a:ext cx="3869525" cy="3860216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62"/>
          <p:cNvSpPr txBox="1"/>
          <p:nvPr/>
        </p:nvSpPr>
        <p:spPr>
          <a:xfrm>
            <a:off x="534175" y="2257650"/>
            <a:ext cx="6090600" cy="18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Fleksibilitet</a:t>
            </a:r>
            <a:r>
              <a:rPr b="1" lang="en-GB" sz="5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5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til fremtiden</a:t>
            </a:r>
            <a:endParaRPr b="1" sz="5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1 Endslide Cultural Beliefs">
  <p:cSld name="CUSTOM_22_1_1_1"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63"/>
          <p:cNvSpPr/>
          <p:nvPr/>
        </p:nvSpPr>
        <p:spPr>
          <a:xfrm>
            <a:off x="0" y="3429000"/>
            <a:ext cx="2273400" cy="1714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3" name="Google Shape;663;p63"/>
          <p:cNvSpPr/>
          <p:nvPr/>
        </p:nvSpPr>
        <p:spPr>
          <a:xfrm>
            <a:off x="6856050" y="1714500"/>
            <a:ext cx="2284200" cy="1714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4" name="Google Shape;664;p63"/>
          <p:cNvSpPr/>
          <p:nvPr/>
        </p:nvSpPr>
        <p:spPr>
          <a:xfrm>
            <a:off x="4572000" y="0"/>
            <a:ext cx="2284200" cy="1714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5" name="Google Shape;665;p63"/>
          <p:cNvSpPr/>
          <p:nvPr/>
        </p:nvSpPr>
        <p:spPr>
          <a:xfrm>
            <a:off x="2273300" y="1714500"/>
            <a:ext cx="4582800" cy="171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6" name="Google Shape;666;p63"/>
          <p:cNvSpPr txBox="1"/>
          <p:nvPr/>
        </p:nvSpPr>
        <p:spPr>
          <a:xfrm>
            <a:off x="4126855" y="2347640"/>
            <a:ext cx="23562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Our Cultural Beliefs</a:t>
            </a:r>
            <a:endParaRPr b="1" sz="15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67" name="Google Shape;667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745962" y="4773547"/>
            <a:ext cx="193741" cy="193741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63"/>
          <p:cNvSpPr txBox="1"/>
          <p:nvPr/>
        </p:nvSpPr>
        <p:spPr>
          <a:xfrm>
            <a:off x="4944200" y="432490"/>
            <a:ext cx="862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#1</a:t>
            </a:r>
            <a:endParaRPr b="1" sz="2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9" name="Google Shape;669;p63"/>
          <p:cNvSpPr txBox="1"/>
          <p:nvPr/>
        </p:nvSpPr>
        <p:spPr>
          <a:xfrm>
            <a:off x="4944200" y="815568"/>
            <a:ext cx="862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 Are</a:t>
            </a:r>
            <a:br>
              <a:rPr lang="en-GB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GB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Kind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70" name="Google Shape;670;p63" title="Artboard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0009" y="144307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p63" title="Artboard 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94466" y="93790"/>
            <a:ext cx="55245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63" title="Artboard 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77493" y="1861688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63" title="Artboard 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41550" y="1796744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63" title="Artboard 5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16665" y="3535784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63" title="Artboard 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50500" y="3528567"/>
            <a:ext cx="5048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63"/>
          <p:cNvSpPr txBox="1"/>
          <p:nvPr/>
        </p:nvSpPr>
        <p:spPr>
          <a:xfrm>
            <a:off x="4126855" y="2672870"/>
            <a:ext cx="1915800" cy="1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 Shared Responsibility</a:t>
            </a:r>
            <a:endParaRPr b="1" sz="6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77" name="Google Shape;677;p63" title="Artboard 7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877513" y="2050256"/>
            <a:ext cx="1095375" cy="1157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63"/>
          <p:cNvSpPr txBox="1"/>
          <p:nvPr/>
        </p:nvSpPr>
        <p:spPr>
          <a:xfrm>
            <a:off x="7214350" y="432490"/>
            <a:ext cx="862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#2</a:t>
            </a:r>
            <a:endParaRPr b="1" sz="2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9" name="Google Shape;679;p63"/>
          <p:cNvSpPr txBox="1"/>
          <p:nvPr/>
        </p:nvSpPr>
        <p:spPr>
          <a:xfrm>
            <a:off x="7214350" y="815568"/>
            <a:ext cx="862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 listen to Understand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0" name="Google Shape;680;p63"/>
          <p:cNvSpPr txBox="1"/>
          <p:nvPr/>
        </p:nvSpPr>
        <p:spPr>
          <a:xfrm>
            <a:off x="7214350" y="2135790"/>
            <a:ext cx="862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#4</a:t>
            </a:r>
            <a:endParaRPr b="1" sz="2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1" name="Google Shape;681;p63"/>
          <p:cNvSpPr txBox="1"/>
          <p:nvPr/>
        </p:nvSpPr>
        <p:spPr>
          <a:xfrm>
            <a:off x="7214350" y="2518863"/>
            <a:ext cx="11802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 Are</a:t>
            </a:r>
            <a:br>
              <a:rPr lang="en-GB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GB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Superheroes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2" name="Google Shape;682;p63"/>
          <p:cNvSpPr txBox="1"/>
          <p:nvPr/>
        </p:nvSpPr>
        <p:spPr>
          <a:xfrm>
            <a:off x="375400" y="2137465"/>
            <a:ext cx="862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#3</a:t>
            </a:r>
            <a:endParaRPr b="1" sz="2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3" name="Google Shape;683;p63"/>
          <p:cNvSpPr txBox="1"/>
          <p:nvPr/>
        </p:nvSpPr>
        <p:spPr>
          <a:xfrm>
            <a:off x="375400" y="2520543"/>
            <a:ext cx="862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 Are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Courageous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4" name="Google Shape;684;p63"/>
          <p:cNvSpPr txBox="1"/>
          <p:nvPr/>
        </p:nvSpPr>
        <p:spPr>
          <a:xfrm>
            <a:off x="375400" y="3840765"/>
            <a:ext cx="862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#5</a:t>
            </a:r>
            <a:endParaRPr b="1" sz="2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5" name="Google Shape;685;p63"/>
          <p:cNvSpPr txBox="1"/>
          <p:nvPr/>
        </p:nvSpPr>
        <p:spPr>
          <a:xfrm>
            <a:off x="375400" y="4223838"/>
            <a:ext cx="11802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 Speak Clearly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6" name="Google Shape;686;p63"/>
          <p:cNvSpPr txBox="1"/>
          <p:nvPr/>
        </p:nvSpPr>
        <p:spPr>
          <a:xfrm>
            <a:off x="2685400" y="3840765"/>
            <a:ext cx="862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#6</a:t>
            </a:r>
            <a:endParaRPr b="1" sz="24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7" name="Google Shape;687;p63"/>
          <p:cNvSpPr txBox="1"/>
          <p:nvPr/>
        </p:nvSpPr>
        <p:spPr>
          <a:xfrm>
            <a:off x="2685400" y="4223838"/>
            <a:ext cx="11802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 Make</a:t>
            </a:r>
            <a:br>
              <a:rPr lang="en-GB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GB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 Effort</a:t>
            </a:r>
            <a:endParaRPr sz="12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88" name="Google Shape;688;p63" title="kh_visma_okt23_530-cropped.jp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572000" y="3428994"/>
            <a:ext cx="4572000" cy="1728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63" title="7632.martingravgaard-croped.jp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0" y="0"/>
            <a:ext cx="45720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6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92" name="Google Shape;692;p6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93" name="Google Shape;693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65" Type="http://schemas.openxmlformats.org/officeDocument/2006/relationships/theme" Target="../theme/theme1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  <a:defRPr b="1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None/>
              <a:defRPr b="1" sz="1400">
                <a:latin typeface="Open Sans"/>
                <a:ea typeface="Open Sans"/>
                <a:cs typeface="Open Sans"/>
                <a:sym typeface="Open San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None/>
              <a:defRPr b="1" sz="1400">
                <a:latin typeface="Open Sans"/>
                <a:ea typeface="Open Sans"/>
                <a:cs typeface="Open Sans"/>
                <a:sym typeface="Open San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None/>
              <a:defRPr b="1" sz="1400">
                <a:latin typeface="Open Sans"/>
                <a:ea typeface="Open Sans"/>
                <a:cs typeface="Open Sans"/>
                <a:sym typeface="Open San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None/>
              <a:defRPr b="1" sz="1400">
                <a:latin typeface="Open Sans"/>
                <a:ea typeface="Open Sans"/>
                <a:cs typeface="Open Sans"/>
                <a:sym typeface="Open San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None/>
              <a:defRPr b="1" sz="1400">
                <a:latin typeface="Open Sans"/>
                <a:ea typeface="Open Sans"/>
                <a:cs typeface="Open Sans"/>
                <a:sym typeface="Open San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None/>
              <a:defRPr b="1" sz="1400">
                <a:latin typeface="Open Sans"/>
                <a:ea typeface="Open Sans"/>
                <a:cs typeface="Open Sans"/>
                <a:sym typeface="Open San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None/>
              <a:defRPr b="1" sz="1400">
                <a:latin typeface="Open Sans"/>
                <a:ea typeface="Open Sans"/>
                <a:cs typeface="Open Sans"/>
                <a:sym typeface="Open San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Open Sans"/>
              <a:buNone/>
              <a:defRPr b="1" sz="1400"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02463" y="1600200"/>
            <a:ext cx="7939200" cy="29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Open Sans"/>
              <a:buChar char="•"/>
              <a:defRPr i="0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98450" lvl="1" marL="9144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Open Sans"/>
              <a:buChar char="•"/>
              <a:defRPr i="0" sz="1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92100" lvl="2" marL="13716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Open Sans"/>
              <a:buChar char="•"/>
              <a:defRPr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85750" lvl="3" marL="18288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900"/>
              <a:buFont typeface="Open Sans"/>
              <a:buChar char="•"/>
              <a:defRPr i="0" sz="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79400" lvl="4" marL="22860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Open Sans"/>
              <a:buChar char="•"/>
              <a:defRPr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79400" lvl="5" marL="2743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Open Sans"/>
              <a:buChar char="•"/>
              <a:defRPr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279400" lvl="6" marL="32004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Open Sans"/>
              <a:buChar char="•"/>
              <a:defRPr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279400" lvl="7" marL="36576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Open Sans"/>
              <a:buChar char="•"/>
              <a:defRPr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279400" lvl="8" marL="4114800" marR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4"/>
              </a:buClr>
              <a:buSzPts val="800"/>
              <a:buFont typeface="Open Sans"/>
              <a:buChar char="•"/>
              <a:defRPr i="0" sz="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745962" y="4773547"/>
            <a:ext cx="193741" cy="1937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961">
          <p15:clr>
            <a:srgbClr val="F26B43"/>
          </p15:clr>
        </p15:guide>
        <p15:guide id="2" pos="2914">
          <p15:clr>
            <a:srgbClr val="F26B43"/>
          </p15:clr>
        </p15:guide>
        <p15:guide id="3" pos="380">
          <p15:clr>
            <a:srgbClr val="F26B43"/>
          </p15:clr>
        </p15:guide>
        <p15:guide id="4" pos="754">
          <p15:clr>
            <a:srgbClr val="F26B43"/>
          </p15:clr>
        </p15:guide>
        <p15:guide id="5" pos="805">
          <p15:clr>
            <a:srgbClr val="F26B43"/>
          </p15:clr>
        </p15:guide>
        <p15:guide id="6" pos="1179">
          <p15:clr>
            <a:srgbClr val="F26B43"/>
          </p15:clr>
        </p15:guide>
        <p15:guide id="7" pos="1230">
          <p15:clr>
            <a:srgbClr val="F26B43"/>
          </p15:clr>
        </p15:guide>
        <p15:guide id="8" pos="1587">
          <p15:clr>
            <a:srgbClr val="F26B43"/>
          </p15:clr>
        </p15:guide>
        <p15:guide id="9" pos="1638">
          <p15:clr>
            <a:srgbClr val="F26B43"/>
          </p15:clr>
        </p15:guide>
        <p15:guide id="10" pos="2012">
          <p15:clr>
            <a:srgbClr val="F26B43"/>
          </p15:clr>
        </p15:guide>
        <p15:guide id="11" pos="2063">
          <p15:clr>
            <a:srgbClr val="F26B43"/>
          </p15:clr>
        </p15:guide>
        <p15:guide id="12" pos="2438">
          <p15:clr>
            <a:srgbClr val="F26B43"/>
          </p15:clr>
        </p15:guide>
        <p15:guide id="13" pos="2489">
          <p15:clr>
            <a:srgbClr val="F26B43"/>
          </p15:clr>
        </p15:guide>
        <p15:guide id="14" pos="2846">
          <p15:clr>
            <a:srgbClr val="F26B43"/>
          </p15:clr>
        </p15:guide>
        <p15:guide id="15" pos="2880">
          <p15:clr>
            <a:srgbClr val="F26B43"/>
          </p15:clr>
        </p15:guide>
        <p15:guide id="16" pos="3272">
          <p15:clr>
            <a:srgbClr val="F26B43"/>
          </p15:clr>
        </p15:guide>
        <p15:guide id="17" pos="3323">
          <p15:clr>
            <a:srgbClr val="F26B43"/>
          </p15:clr>
        </p15:guide>
        <p15:guide id="18" pos="3697">
          <p15:clr>
            <a:srgbClr val="F26B43"/>
          </p15:clr>
        </p15:guide>
        <p15:guide id="19" pos="3748">
          <p15:clr>
            <a:srgbClr val="F26B43"/>
          </p15:clr>
        </p15:guide>
        <p15:guide id="20" pos="4122">
          <p15:clr>
            <a:srgbClr val="F26B43"/>
          </p15:clr>
        </p15:guide>
        <p15:guide id="21" pos="4173">
          <p15:clr>
            <a:srgbClr val="F26B43"/>
          </p15:clr>
        </p15:guide>
        <p15:guide id="22" pos="4530">
          <p15:clr>
            <a:srgbClr val="F26B43"/>
          </p15:clr>
        </p15:guide>
        <p15:guide id="23" pos="4581">
          <p15:clr>
            <a:srgbClr val="F26B43"/>
          </p15:clr>
        </p15:guide>
        <p15:guide id="24" pos="4955">
          <p15:clr>
            <a:srgbClr val="F26B43"/>
          </p15:clr>
        </p15:guide>
        <p15:guide id="25" pos="5006">
          <p15:clr>
            <a:srgbClr val="F26B43"/>
          </p15:clr>
        </p15:guide>
        <p15:guide id="26" pos="5381">
          <p15:clr>
            <a:srgbClr val="F26B43"/>
          </p15:clr>
        </p15:guide>
        <p15:guide id="27" orient="horz" pos="1008">
          <p15:clr>
            <a:srgbClr val="F26B43"/>
          </p15:clr>
        </p15:guide>
        <p15:guide id="28" orient="horz" pos="810">
          <p15:clr>
            <a:srgbClr val="F26B43"/>
          </p15:clr>
        </p15:guide>
        <p15:guide id="29" orient="horz" pos="378">
          <p15:clr>
            <a:srgbClr val="F26B43"/>
          </p15:clr>
        </p15:guide>
        <p15:guide id="30" orient="horz" pos="2862">
          <p15:clr>
            <a:srgbClr val="F26B43"/>
          </p15:clr>
        </p15:guide>
        <p15:guide id="31" orient="horz" pos="286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65"/>
          <p:cNvSpPr txBox="1"/>
          <p:nvPr>
            <p:ph type="ctrTitle"/>
          </p:nvPr>
        </p:nvSpPr>
        <p:spPr>
          <a:xfrm>
            <a:off x="602457" y="1600199"/>
            <a:ext cx="2673000" cy="187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950">
                <a:solidFill>
                  <a:srgbClr val="1F1F1F"/>
                </a:solidFill>
                <a:highlight>
                  <a:srgbClr val="F0F4F9"/>
                </a:highlight>
                <a:latin typeface="Roboto"/>
                <a:ea typeface="Roboto"/>
                <a:cs typeface="Roboto"/>
                <a:sym typeface="Roboto"/>
              </a:rPr>
              <a:t>Netværks event med products </a:t>
            </a:r>
            <a:endParaRPr sz="4300"/>
          </a:p>
        </p:txBody>
      </p:sp>
      <p:sp>
        <p:nvSpPr>
          <p:cNvPr id="699" name="Google Shape;699;p65"/>
          <p:cNvSpPr txBox="1"/>
          <p:nvPr>
            <p:ph idx="1" type="subTitle"/>
          </p:nvPr>
        </p:nvSpPr>
        <p:spPr>
          <a:xfrm>
            <a:off x="602456" y="3560838"/>
            <a:ext cx="2673000" cy="8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65"/>
          <p:cNvSpPr/>
          <p:nvPr>
            <p:ph idx="2" type="pic"/>
          </p:nvPr>
        </p:nvSpPr>
        <p:spPr>
          <a:xfrm>
            <a:off x="3950494" y="-80194"/>
            <a:ext cx="5283000" cy="4730700"/>
          </a:xfrm>
          <a:prstGeom prst="roundRect">
            <a:avLst>
              <a:gd fmla="val 16667" name="adj"/>
            </a:avLst>
          </a:prstGeom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66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Agenda</a:t>
            </a:r>
            <a:endParaRPr/>
          </a:p>
        </p:txBody>
      </p:sp>
      <p:sp>
        <p:nvSpPr>
          <p:cNvPr id="706" name="Google Shape;706;p66"/>
          <p:cNvSpPr txBox="1"/>
          <p:nvPr>
            <p:ph idx="2" type="subTitle"/>
          </p:nvPr>
        </p:nvSpPr>
        <p:spPr>
          <a:xfrm>
            <a:off x="1282400" y="1389213"/>
            <a:ext cx="65964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GB"/>
              <a:t>Welcome + Introduction (5mins)</a:t>
            </a:r>
            <a:endParaRPr/>
          </a:p>
        </p:txBody>
      </p:sp>
      <p:sp>
        <p:nvSpPr>
          <p:cNvPr id="707" name="Google Shape;707;p66"/>
          <p:cNvSpPr txBox="1"/>
          <p:nvPr>
            <p:ph idx="4" type="subTitle"/>
          </p:nvPr>
        </p:nvSpPr>
        <p:spPr>
          <a:xfrm>
            <a:off x="1282400" y="1944833"/>
            <a:ext cx="65964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GB"/>
              <a:t>Met Products:  (10 mins) </a:t>
            </a:r>
            <a:endParaRPr/>
          </a:p>
        </p:txBody>
      </p:sp>
      <p:sp>
        <p:nvSpPr>
          <p:cNvPr id="708" name="Google Shape;708;p66"/>
          <p:cNvSpPr txBox="1"/>
          <p:nvPr>
            <p:ph idx="6" type="subTitle"/>
          </p:nvPr>
        </p:nvSpPr>
        <p:spPr>
          <a:xfrm>
            <a:off x="1282400" y="2441750"/>
            <a:ext cx="65964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GB"/>
              <a:t>AI -  Presentation  10 mins</a:t>
            </a:r>
            <a:endParaRPr/>
          </a:p>
        </p:txBody>
      </p:sp>
      <p:sp>
        <p:nvSpPr>
          <p:cNvPr id="709" name="Google Shape;709;p66"/>
          <p:cNvSpPr txBox="1"/>
          <p:nvPr>
            <p:ph idx="8" type="subTitle"/>
          </p:nvPr>
        </p:nvSpPr>
        <p:spPr>
          <a:xfrm>
            <a:off x="1265175" y="3410791"/>
            <a:ext cx="65964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GB"/>
              <a:t>Workshop  (45mins)</a:t>
            </a:r>
            <a:endParaRPr/>
          </a:p>
        </p:txBody>
      </p:sp>
      <p:sp>
        <p:nvSpPr>
          <p:cNvPr id="710" name="Google Shape;710;p66"/>
          <p:cNvSpPr txBox="1"/>
          <p:nvPr>
            <p:ph idx="13" type="subTitle"/>
          </p:nvPr>
        </p:nvSpPr>
        <p:spPr>
          <a:xfrm>
            <a:off x="1265175" y="3907708"/>
            <a:ext cx="65964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GB"/>
              <a:t>Networking</a:t>
            </a:r>
            <a:endParaRPr/>
          </a:p>
        </p:txBody>
      </p:sp>
      <p:sp>
        <p:nvSpPr>
          <p:cNvPr id="711" name="Google Shape;711;p66"/>
          <p:cNvSpPr txBox="1"/>
          <p:nvPr>
            <p:ph idx="8" type="subTitle"/>
          </p:nvPr>
        </p:nvSpPr>
        <p:spPr>
          <a:xfrm>
            <a:off x="1265175" y="2903416"/>
            <a:ext cx="6596400" cy="3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GB"/>
              <a:t>Break (5mins)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67"/>
          <p:cNvSpPr txBox="1"/>
          <p:nvPr>
            <p:ph type="ctrTitle"/>
          </p:nvPr>
        </p:nvSpPr>
        <p:spPr>
          <a:xfrm>
            <a:off x="602457" y="1600199"/>
            <a:ext cx="2673000" cy="187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Mød teamet bag dine skærme</a:t>
            </a:r>
            <a:endParaRPr/>
          </a:p>
        </p:txBody>
      </p:sp>
      <p:sp>
        <p:nvSpPr>
          <p:cNvPr id="717" name="Google Shape;717;p67"/>
          <p:cNvSpPr txBox="1"/>
          <p:nvPr>
            <p:ph idx="1" type="subTitle"/>
          </p:nvPr>
        </p:nvSpPr>
        <p:spPr>
          <a:xfrm>
            <a:off x="602456" y="3560838"/>
            <a:ext cx="2673000" cy="8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1000"/>
              </a:spcAft>
              <a:buNone/>
            </a:pPr>
            <a:r>
              <a:rPr lang="en-GB"/>
              <a:t>Hvem vi er, hvad der motiverer os, og hvorfor din hverdag er vores mission.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68"/>
          <p:cNvSpPr/>
          <p:nvPr/>
        </p:nvSpPr>
        <p:spPr>
          <a:xfrm>
            <a:off x="4761100" y="726900"/>
            <a:ext cx="1863600" cy="191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3" name="Google Shape;723;p68"/>
          <p:cNvSpPr txBox="1"/>
          <p:nvPr/>
        </p:nvSpPr>
        <p:spPr>
          <a:xfrm>
            <a:off x="530650" y="2714050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100"/>
              <a:t>I bruger 8 timer om dagen på at arbejde i e-conomic.</a:t>
            </a:r>
            <a:r>
              <a:rPr lang="en-GB" sz="1100"/>
              <a:t> </a:t>
            </a:r>
            <a:r>
              <a:rPr i="1" lang="en-GB" sz="1100"/>
              <a:t>Vi bruger 8 timer om dagen på at bygge det.</a:t>
            </a:r>
            <a:endParaRPr/>
          </a:p>
        </p:txBody>
      </p:sp>
      <p:sp>
        <p:nvSpPr>
          <p:cNvPr id="724" name="Google Shape;724;p68"/>
          <p:cNvSpPr txBox="1"/>
          <p:nvPr>
            <p:ph type="title"/>
          </p:nvPr>
        </p:nvSpPr>
        <p:spPr>
          <a:xfrm>
            <a:off x="570377" y="2006825"/>
            <a:ext cx="3426000" cy="681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200">
                <a:latin typeface="Open Sans Medium"/>
                <a:ea typeface="Open Sans Medium"/>
                <a:cs typeface="Open Sans Medium"/>
                <a:sym typeface="Open Sans Medium"/>
              </a:rPr>
              <a:t>Velkomst &amp; </a:t>
            </a:r>
            <a:endParaRPr b="0"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GB" sz="2200">
                <a:latin typeface="Open Sans Medium"/>
                <a:ea typeface="Open Sans Medium"/>
                <a:cs typeface="Open Sans Medium"/>
                <a:sym typeface="Open Sans Medium"/>
              </a:rPr>
              <a:t>hvem er i rummet </a:t>
            </a:r>
            <a:endParaRPr b="0"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9"/>
          <p:cNvPicPr preferRelativeResize="0"/>
          <p:nvPr/>
        </p:nvPicPr>
        <p:blipFill rotWithShape="1">
          <a:blip r:embed="rId3">
            <a:alphaModFix/>
          </a:blip>
          <a:srcRect b="0" l="12612" r="50618" t="0"/>
          <a:stretch/>
        </p:blipFill>
        <p:spPr>
          <a:xfrm>
            <a:off x="6306426" y="0"/>
            <a:ext cx="2837576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9"/>
          <p:cNvSpPr/>
          <p:nvPr/>
        </p:nvSpPr>
        <p:spPr>
          <a:xfrm>
            <a:off x="0" y="2571750"/>
            <a:ext cx="6306300" cy="2578800"/>
          </a:xfrm>
          <a:prstGeom prst="rect">
            <a:avLst/>
          </a:prstGeom>
          <a:solidFill>
            <a:srgbClr val="2928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highlight>
                <a:srgbClr val="29283D"/>
              </a:highlight>
            </a:endParaRPr>
          </a:p>
        </p:txBody>
      </p:sp>
      <p:sp>
        <p:nvSpPr>
          <p:cNvPr id="731" name="Google Shape;731;p69"/>
          <p:cNvSpPr txBox="1"/>
          <p:nvPr/>
        </p:nvSpPr>
        <p:spPr>
          <a:xfrm>
            <a:off x="807425" y="3065997"/>
            <a:ext cx="35253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Our Mission</a:t>
            </a:r>
            <a:endParaRPr b="1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2" name="Google Shape;732;p69"/>
          <p:cNvSpPr txBox="1"/>
          <p:nvPr/>
        </p:nvSpPr>
        <p:spPr>
          <a:xfrm>
            <a:off x="807425" y="3464188"/>
            <a:ext cx="45222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 offer the most innovative accounting </a:t>
            </a:r>
            <a:br>
              <a:rPr lang="en-GB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GB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technology that simplifies workflows, ensures </a:t>
            </a:r>
            <a:br>
              <a:rPr lang="en-GB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GB" sz="13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compliance and increases business efficiency</a:t>
            </a:r>
            <a:endParaRPr sz="13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3" name="Google Shape;733;p69"/>
          <p:cNvSpPr txBox="1"/>
          <p:nvPr/>
        </p:nvSpPr>
        <p:spPr>
          <a:xfrm>
            <a:off x="807425" y="738261"/>
            <a:ext cx="37242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9283E"/>
                </a:solidFill>
                <a:latin typeface="Open Sans"/>
                <a:ea typeface="Open Sans"/>
                <a:cs typeface="Open Sans"/>
                <a:sym typeface="Open Sans"/>
              </a:rPr>
              <a:t>Our Vision</a:t>
            </a:r>
            <a:endParaRPr b="1" sz="2000">
              <a:solidFill>
                <a:srgbClr val="29283E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4" name="Google Shape;734;p69"/>
          <p:cNvSpPr txBox="1"/>
          <p:nvPr/>
        </p:nvSpPr>
        <p:spPr>
          <a:xfrm>
            <a:off x="807425" y="1138638"/>
            <a:ext cx="37692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 transform the future of accounting </a:t>
            </a:r>
            <a:br>
              <a:rPr lang="en-GB" sz="1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GB" sz="13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with the customer at heart</a:t>
            </a:r>
            <a:endParaRPr sz="13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70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70"/>
          <p:cNvSpPr txBox="1"/>
          <p:nvPr>
            <p:ph idx="1" type="body"/>
          </p:nvPr>
        </p:nvSpPr>
        <p:spPr>
          <a:xfrm>
            <a:off x="602475" y="1600200"/>
            <a:ext cx="7939200" cy="29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71"/>
          <p:cNvSpPr txBox="1"/>
          <p:nvPr>
            <p:ph type="title"/>
          </p:nvPr>
        </p:nvSpPr>
        <p:spPr>
          <a:xfrm>
            <a:off x="602463" y="604275"/>
            <a:ext cx="7939200" cy="6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Fun Facts</a:t>
            </a:r>
            <a:endParaRPr/>
          </a:p>
        </p:txBody>
      </p:sp>
      <p:sp>
        <p:nvSpPr>
          <p:cNvPr id="746" name="Google Shape;746;p71"/>
          <p:cNvSpPr txBox="1"/>
          <p:nvPr>
            <p:ph idx="1" type="subTitle"/>
          </p:nvPr>
        </p:nvSpPr>
        <p:spPr>
          <a:xfrm>
            <a:off x="800381" y="1802075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b="0" lang="en-GB" sz="1050">
                <a:latin typeface="Arial"/>
                <a:ea typeface="Arial"/>
                <a:cs typeface="Arial"/>
                <a:sym typeface="Arial"/>
              </a:rPr>
              <a:t>210 people in products</a:t>
            </a:r>
            <a:endParaRPr/>
          </a:p>
        </p:txBody>
      </p:sp>
      <p:sp>
        <p:nvSpPr>
          <p:cNvPr id="747" name="Google Shape;747;p71"/>
          <p:cNvSpPr txBox="1"/>
          <p:nvPr>
            <p:ph idx="2" type="subTitle"/>
          </p:nvPr>
        </p:nvSpPr>
        <p:spPr>
          <a:xfrm>
            <a:off x="800388" y="2072801"/>
            <a:ext cx="1521000" cy="142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71"/>
          <p:cNvSpPr txBox="1"/>
          <p:nvPr>
            <p:ph idx="3" type="subTitle"/>
          </p:nvPr>
        </p:nvSpPr>
        <p:spPr>
          <a:xfrm>
            <a:off x="4788595" y="1802075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GB"/>
              <a:t>38 nationalities</a:t>
            </a:r>
            <a:endParaRPr/>
          </a:p>
        </p:txBody>
      </p:sp>
      <p:sp>
        <p:nvSpPr>
          <p:cNvPr id="749" name="Google Shape;749;p71"/>
          <p:cNvSpPr txBox="1"/>
          <p:nvPr>
            <p:ph idx="4" type="subTitle"/>
          </p:nvPr>
        </p:nvSpPr>
        <p:spPr>
          <a:xfrm>
            <a:off x="4788601" y="2072801"/>
            <a:ext cx="1521000" cy="142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71"/>
          <p:cNvSpPr txBox="1"/>
          <p:nvPr>
            <p:ph idx="5" type="subTitle"/>
          </p:nvPr>
        </p:nvSpPr>
        <p:spPr>
          <a:xfrm>
            <a:off x="6813845" y="1802075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71"/>
          <p:cNvSpPr txBox="1"/>
          <p:nvPr>
            <p:ph idx="6" type="subTitle"/>
          </p:nvPr>
        </p:nvSpPr>
        <p:spPr>
          <a:xfrm>
            <a:off x="6813851" y="2072801"/>
            <a:ext cx="1521000" cy="142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71"/>
          <p:cNvSpPr txBox="1"/>
          <p:nvPr>
            <p:ph idx="7" type="subTitle"/>
          </p:nvPr>
        </p:nvSpPr>
        <p:spPr>
          <a:xfrm>
            <a:off x="2794489" y="1802075"/>
            <a:ext cx="1521000" cy="1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GB"/>
              <a:t>Working in 7 countries</a:t>
            </a:r>
            <a:endParaRPr/>
          </a:p>
        </p:txBody>
      </p:sp>
      <p:sp>
        <p:nvSpPr>
          <p:cNvPr id="753" name="Google Shape;753;p71"/>
          <p:cNvSpPr txBox="1"/>
          <p:nvPr>
            <p:ph idx="8" type="subTitle"/>
          </p:nvPr>
        </p:nvSpPr>
        <p:spPr>
          <a:xfrm>
            <a:off x="2794495" y="2072801"/>
            <a:ext cx="1521000" cy="142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72"/>
          <p:cNvSpPr txBox="1"/>
          <p:nvPr/>
        </p:nvSpPr>
        <p:spPr>
          <a:xfrm>
            <a:off x="464200" y="1390875"/>
            <a:ext cx="38619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2025: </a:t>
            </a:r>
            <a:r>
              <a:rPr i="1" lang="en-GB" sz="1800">
                <a:latin typeface="Open Sans"/>
                <a:ea typeface="Open Sans"/>
                <a:cs typeface="Open Sans"/>
                <a:sym typeface="Open Sans"/>
              </a:rPr>
              <a:t>Vi kunne ikke holde op med at snakke med jer 🎉</a:t>
            </a:r>
            <a:endParaRPr i="1"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9" name="Google Shape;759;p72"/>
          <p:cNvSpPr txBox="1"/>
          <p:nvPr/>
        </p:nvSpPr>
        <p:spPr>
          <a:xfrm>
            <a:off x="317525" y="2275738"/>
            <a:ext cx="4008600" cy="18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latin typeface="Open Sans Medium"/>
                <a:ea typeface="Open Sans Medium"/>
                <a:cs typeface="Open Sans Medium"/>
                <a:sym typeface="Open Sans Medium"/>
              </a:rPr>
              <a:t>· </a:t>
            </a:r>
            <a:r>
              <a:rPr lang="en-GB" sz="1300">
                <a:latin typeface="Open Sans Medium"/>
                <a:ea typeface="Open Sans Medium"/>
                <a:cs typeface="Open Sans Medium"/>
                <a:sym typeface="Open Sans Medium"/>
              </a:rPr>
              <a:t>600+ interviews</a:t>
            </a:r>
            <a:endParaRPr sz="13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latin typeface="Open Sans Medium"/>
                <a:ea typeface="Open Sans Medium"/>
                <a:cs typeface="Open Sans Medium"/>
                <a:sym typeface="Open Sans Medium"/>
              </a:rPr>
              <a:t>· 20 workshops </a:t>
            </a:r>
            <a:endParaRPr sz="13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latin typeface="Open Sans Medium"/>
                <a:ea typeface="Open Sans Medium"/>
                <a:cs typeface="Open Sans Medium"/>
                <a:sym typeface="Open Sans Medium"/>
              </a:rPr>
              <a:t>· 55 gange ude af kontoret </a:t>
            </a:r>
            <a:endParaRPr sz="13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latin typeface="Open Sans Medium"/>
                <a:ea typeface="Open Sans Medium"/>
                <a:cs typeface="Open Sans Medium"/>
                <a:sym typeface="Open Sans Medium"/>
              </a:rPr>
              <a:t>·Roadshow</a:t>
            </a:r>
            <a:endParaRPr sz="13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0" name="Google Shape;760;p72"/>
          <p:cNvSpPr/>
          <p:nvPr/>
        </p:nvSpPr>
        <p:spPr>
          <a:xfrm>
            <a:off x="4740425" y="125"/>
            <a:ext cx="44037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73"/>
          <p:cNvSpPr txBox="1"/>
          <p:nvPr>
            <p:ph type="title"/>
          </p:nvPr>
        </p:nvSpPr>
        <p:spPr>
          <a:xfrm>
            <a:off x="1277550" y="1946675"/>
            <a:ext cx="6588900" cy="1357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0" name="Google Shape;770;p74" title="kh_visma_okt23_112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3950" y="11375"/>
            <a:ext cx="3413002" cy="5120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75"/>
          <p:cNvSpPr txBox="1"/>
          <p:nvPr>
            <p:ph type="title"/>
          </p:nvPr>
        </p:nvSpPr>
        <p:spPr>
          <a:xfrm>
            <a:off x="1277550" y="1946675"/>
            <a:ext cx="6588900" cy="1357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it’s important to us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76"/>
          <p:cNvSpPr txBox="1"/>
          <p:nvPr>
            <p:ph type="title"/>
          </p:nvPr>
        </p:nvSpPr>
        <p:spPr>
          <a:xfrm>
            <a:off x="1277550" y="1946675"/>
            <a:ext cx="3263100" cy="1357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Sign up for the user panel</a:t>
            </a:r>
            <a:endParaRPr/>
          </a:p>
        </p:txBody>
      </p:sp>
      <p:sp>
        <p:nvSpPr>
          <p:cNvPr id="781" name="Google Shape;781;p76"/>
          <p:cNvSpPr txBox="1"/>
          <p:nvPr>
            <p:ph type="title"/>
          </p:nvPr>
        </p:nvSpPr>
        <p:spPr>
          <a:xfrm>
            <a:off x="5102150" y="373300"/>
            <a:ext cx="3045000" cy="765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We reach out</a:t>
            </a:r>
            <a:endParaRPr sz="1200"/>
          </a:p>
        </p:txBody>
      </p:sp>
      <p:sp>
        <p:nvSpPr>
          <p:cNvPr id="782" name="Google Shape;782;p76"/>
          <p:cNvSpPr txBox="1"/>
          <p:nvPr>
            <p:ph type="title"/>
          </p:nvPr>
        </p:nvSpPr>
        <p:spPr>
          <a:xfrm>
            <a:off x="5193525" y="1245775"/>
            <a:ext cx="3045000" cy="765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You book when it fits your schedule</a:t>
            </a:r>
            <a:endParaRPr sz="1200"/>
          </a:p>
        </p:txBody>
      </p:sp>
      <p:sp>
        <p:nvSpPr>
          <p:cNvPr id="783" name="Google Shape;783;p76"/>
          <p:cNvSpPr txBox="1"/>
          <p:nvPr>
            <p:ph type="title"/>
          </p:nvPr>
        </p:nvSpPr>
        <p:spPr>
          <a:xfrm>
            <a:off x="5295650" y="2452100"/>
            <a:ext cx="3045000" cy="765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20 min talk, or a longer 45 mins</a:t>
            </a:r>
            <a:endParaRPr sz="1200"/>
          </a:p>
        </p:txBody>
      </p:sp>
      <p:sp>
        <p:nvSpPr>
          <p:cNvPr id="784" name="Google Shape;784;p76"/>
          <p:cNvSpPr txBox="1"/>
          <p:nvPr>
            <p:ph type="title"/>
          </p:nvPr>
        </p:nvSpPr>
        <p:spPr>
          <a:xfrm>
            <a:off x="5193525" y="3879200"/>
            <a:ext cx="3045000" cy="765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Test a product</a:t>
            </a:r>
            <a:endParaRPr sz="1200"/>
          </a:p>
        </p:txBody>
      </p:sp>
      <p:sp>
        <p:nvSpPr>
          <p:cNvPr id="785" name="Google Shape;785;p76"/>
          <p:cNvSpPr txBox="1"/>
          <p:nvPr>
            <p:ph type="title"/>
          </p:nvPr>
        </p:nvSpPr>
        <p:spPr>
          <a:xfrm>
            <a:off x="1527000" y="600075"/>
            <a:ext cx="3045000" cy="765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co-create</a:t>
            </a:r>
            <a:endParaRPr sz="1200"/>
          </a:p>
        </p:txBody>
      </p:sp>
      <p:sp>
        <p:nvSpPr>
          <p:cNvPr id="786" name="Google Shape;786;p76"/>
          <p:cNvSpPr txBox="1"/>
          <p:nvPr>
            <p:ph type="title"/>
          </p:nvPr>
        </p:nvSpPr>
        <p:spPr>
          <a:xfrm>
            <a:off x="1348675" y="3777525"/>
            <a:ext cx="3045000" cy="765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Early access</a:t>
            </a:r>
            <a:endParaRPr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77"/>
          <p:cNvSpPr txBox="1"/>
          <p:nvPr>
            <p:ph type="title"/>
          </p:nvPr>
        </p:nvSpPr>
        <p:spPr>
          <a:xfrm>
            <a:off x="824550" y="1940000"/>
            <a:ext cx="3045000" cy="1357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does a user touchpoint look like. </a:t>
            </a:r>
            <a:endParaRPr/>
          </a:p>
        </p:txBody>
      </p:sp>
      <p:sp>
        <p:nvSpPr>
          <p:cNvPr id="792" name="Google Shape;792;p77"/>
          <p:cNvSpPr txBox="1"/>
          <p:nvPr/>
        </p:nvSpPr>
        <p:spPr>
          <a:xfrm>
            <a:off x="4773800" y="1001600"/>
            <a:ext cx="37017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Meet a designer and a product manager, maybe a developer is listening in</a:t>
            </a:r>
            <a:br>
              <a:rPr lang="en-GB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en-GB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GB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For example you might meet:  Emma + Kasper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 talk </a:t>
            </a:r>
            <a:r>
              <a:rPr lang="en-GB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about</a:t>
            </a:r>
            <a:r>
              <a:rPr lang="en-GB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who you are, how you work, what is important to understand your working context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 might dive into your needs, pain points, or wishes.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Additionally we might test a new prototype try it out.  There are no right or wrong answers.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 might talk about your workflows, how long it takes, do you have any hacks or work arounds. 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78"/>
          <p:cNvSpPr txBox="1"/>
          <p:nvPr>
            <p:ph type="title"/>
          </p:nvPr>
        </p:nvSpPr>
        <p:spPr>
          <a:xfrm>
            <a:off x="1277550" y="1946675"/>
            <a:ext cx="6588900" cy="1357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Where we are going?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79"/>
          <p:cNvSpPr txBox="1"/>
          <p:nvPr>
            <p:ph type="title"/>
          </p:nvPr>
        </p:nvSpPr>
        <p:spPr>
          <a:xfrm>
            <a:off x="1277550" y="1946675"/>
            <a:ext cx="6588900" cy="1357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80"/>
          <p:cNvSpPr txBox="1"/>
          <p:nvPr>
            <p:ph type="title"/>
          </p:nvPr>
        </p:nvSpPr>
        <p:spPr>
          <a:xfrm>
            <a:off x="1277550" y="1946675"/>
            <a:ext cx="6588900" cy="1357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Workshop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81"/>
          <p:cNvSpPr txBox="1"/>
          <p:nvPr>
            <p:ph type="title"/>
          </p:nvPr>
        </p:nvSpPr>
        <p:spPr>
          <a:xfrm>
            <a:off x="1277550" y="1946675"/>
            <a:ext cx="6588900" cy="1357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-conomic theme">
  <a:themeElements>
    <a:clrScheme name="E-conomic">
      <a:dk1>
        <a:srgbClr val="29283E"/>
      </a:dk1>
      <a:lt1>
        <a:srgbClr val="FFFFFF"/>
      </a:lt1>
      <a:dk2>
        <a:srgbClr val="E89C2E"/>
      </a:dk2>
      <a:lt2>
        <a:srgbClr val="E3E9EE"/>
      </a:lt2>
      <a:accent1>
        <a:srgbClr val="29283E"/>
      </a:accent1>
      <a:accent2>
        <a:srgbClr val="E89C2E"/>
      </a:accent2>
      <a:accent3>
        <a:srgbClr val="F6E6CB"/>
      </a:accent3>
      <a:accent4>
        <a:srgbClr val="2F5DBD"/>
      </a:accent4>
      <a:accent5>
        <a:srgbClr val="636363"/>
      </a:accent5>
      <a:accent6>
        <a:srgbClr val="675696"/>
      </a:accent6>
      <a:hlink>
        <a:srgbClr val="2F5DBD"/>
      </a:hlink>
      <a:folHlink>
        <a:srgbClr val="08AE8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